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3177abab44bbf" /><Relationship Type="http://schemas.openxmlformats.org/officeDocument/2006/relationships/extended-properties" Target="/docProps/app.xml" Id="R550fa923f5c44d70" /><Relationship Type="http://schemas.openxmlformats.org/officeDocument/2006/relationships/officeDocument" Target="/ppt/presentation.xml" Id="R92262826799b4d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8908577de4576"/>
  </p:sldMasterIdLst>
  <p:notesMasterIdLst>
    <p:notesMasterId xmlns:r="http://schemas.openxmlformats.org/officeDocument/2006/relationships" r:id="R312f315152314050"/>
  </p:notesMasterIdLst>
  <p:sldIdLst>
    <p:sldId xmlns:r="http://schemas.openxmlformats.org/officeDocument/2006/relationships" id="256" r:id="Rc5742537e2394faf"/>
    <p:sldId xmlns:r="http://schemas.openxmlformats.org/officeDocument/2006/relationships" id="257" r:id="R0c910f90bbc24921"/>
    <p:sldId xmlns:r="http://schemas.openxmlformats.org/officeDocument/2006/relationships" id="258" r:id="Rba17069f9e0c4bb0"/>
    <p:sldId xmlns:r="http://schemas.openxmlformats.org/officeDocument/2006/relationships" id="259" r:id="Rd7fe3c7531c842ca"/>
    <p:sldId xmlns:r="http://schemas.openxmlformats.org/officeDocument/2006/relationships" id="260" r:id="R6225ab8cd9d44758"/>
    <p:sldId xmlns:r="http://schemas.openxmlformats.org/officeDocument/2006/relationships" id="261" r:id="R064807cece9645da"/>
    <p:sldId xmlns:r="http://schemas.openxmlformats.org/officeDocument/2006/relationships" id="262" r:id="R2cfc066c7ae040c9"/>
    <p:sldId xmlns:r="http://schemas.openxmlformats.org/officeDocument/2006/relationships" id="263" r:id="R29d3c15080af4b99"/>
    <p:sldId xmlns:r="http://schemas.openxmlformats.org/officeDocument/2006/relationships" id="264" r:id="R827d2b2482cc4601"/>
    <p:sldId xmlns:r="http://schemas.openxmlformats.org/officeDocument/2006/relationships" id="265" r:id="Ra3606b79a1244ee2"/>
    <p:sldId xmlns:r="http://schemas.openxmlformats.org/officeDocument/2006/relationships" id="266" r:id="R1b76544541234f4e"/>
    <p:sldId xmlns:r="http://schemas.openxmlformats.org/officeDocument/2006/relationships" id="267" r:id="R93a46ca8b5fe4632"/>
    <p:sldId xmlns:r="http://schemas.openxmlformats.org/officeDocument/2006/relationships" id="268" r:id="R2a6d9546c66643d8"/>
    <p:sldId xmlns:r="http://schemas.openxmlformats.org/officeDocument/2006/relationships" id="269" r:id="R8675ad1b838d4573"/>
    <p:sldId xmlns:r="http://schemas.openxmlformats.org/officeDocument/2006/relationships" id="270" r:id="R40f0b850be044c3f"/>
    <p:sldId xmlns:r="http://schemas.openxmlformats.org/officeDocument/2006/relationships" id="271" r:id="R36f66864dd9c48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4544cedbd740d5" /><Relationship Type="http://schemas.openxmlformats.org/officeDocument/2006/relationships/slideMaster" Target="/ppt/slideMasters/slideMaster1.xml" Id="R8d58908577de4576" /><Relationship Type="http://schemas.openxmlformats.org/officeDocument/2006/relationships/notesMaster" Target="/ppt/notesMasters/notesMaster1.xml" Id="R312f315152314050" /><Relationship Type="http://schemas.openxmlformats.org/officeDocument/2006/relationships/presProps" Target="/ppt/presProps.xml" Id="Rcb42ee05cefb481e" /><Relationship Type="http://schemas.openxmlformats.org/officeDocument/2006/relationships/tableStyles" Target="/ppt/tableStyles.xml" Id="Re6c3d3d1b74d4be5" /><Relationship Type="http://schemas.openxmlformats.org/officeDocument/2006/relationships/slide" Target="/ppt/slides/slide1.xml" Id="Rc5742537e2394faf" /><Relationship Type="http://schemas.openxmlformats.org/officeDocument/2006/relationships/slide" Target="/ppt/slides/slide2.xml" Id="R0c910f90bbc24921" /><Relationship Type="http://schemas.openxmlformats.org/officeDocument/2006/relationships/slide" Target="/ppt/slides/slide3.xml" Id="Rba17069f9e0c4bb0" /><Relationship Type="http://schemas.openxmlformats.org/officeDocument/2006/relationships/slide" Target="/ppt/slides/slide4.xml" Id="Rd7fe3c7531c842ca" /><Relationship Type="http://schemas.openxmlformats.org/officeDocument/2006/relationships/slide" Target="/ppt/slides/slide5.xml" Id="R6225ab8cd9d44758" /><Relationship Type="http://schemas.openxmlformats.org/officeDocument/2006/relationships/slide" Target="/ppt/slides/slide6.xml" Id="R064807cece9645da" /><Relationship Type="http://schemas.openxmlformats.org/officeDocument/2006/relationships/slide" Target="/ppt/slides/slide7.xml" Id="R2cfc066c7ae040c9" /><Relationship Type="http://schemas.openxmlformats.org/officeDocument/2006/relationships/slide" Target="/ppt/slides/slide8.xml" Id="R29d3c15080af4b99" /><Relationship Type="http://schemas.openxmlformats.org/officeDocument/2006/relationships/slide" Target="/ppt/slides/slide9.xml" Id="R827d2b2482cc4601" /><Relationship Type="http://schemas.openxmlformats.org/officeDocument/2006/relationships/slide" Target="/ppt/slides/slide10.xml" Id="Ra3606b79a1244ee2" /><Relationship Type="http://schemas.openxmlformats.org/officeDocument/2006/relationships/slide" Target="/ppt/slides/slide11.xml" Id="R1b76544541234f4e" /><Relationship Type="http://schemas.openxmlformats.org/officeDocument/2006/relationships/slide" Target="/ppt/slides/slide12.xml" Id="R93a46ca8b5fe4632" /><Relationship Type="http://schemas.openxmlformats.org/officeDocument/2006/relationships/slide" Target="/ppt/slides/slide13.xml" Id="R2a6d9546c66643d8" /><Relationship Type="http://schemas.openxmlformats.org/officeDocument/2006/relationships/slide" Target="/ppt/slides/slide14.xml" Id="R8675ad1b838d4573" /><Relationship Type="http://schemas.openxmlformats.org/officeDocument/2006/relationships/slide" Target="/ppt/slides/slide15.xml" Id="R40f0b850be044c3f" /><Relationship Type="http://schemas.openxmlformats.org/officeDocument/2006/relationships/slide" Target="/ppt/slides/slide16.xml" Id="R36f66864dd9c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e9bb4884cb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1f20571cc04039" /><Relationship Type="http://schemas.openxmlformats.org/officeDocument/2006/relationships/notesMaster" Target="/ppt/notesMasters/notesMaster1.xml" Id="Rcb8e4a5f62e04b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a63408b2d4851" /><Relationship Type="http://schemas.openxmlformats.org/officeDocument/2006/relationships/notesMaster" Target="/ppt/notesMasters/notesMaster1.xml" Id="Rbff8ebc91741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0dafec5ec43aa" /><Relationship Type="http://schemas.openxmlformats.org/officeDocument/2006/relationships/notesMaster" Target="/ppt/notesMasters/notesMaster1.xml" Id="R61ff5ee374ec4c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d62b6cb6b4c76" /><Relationship Type="http://schemas.openxmlformats.org/officeDocument/2006/relationships/notesMaster" Target="/ppt/notesMasters/notesMaster1.xml" Id="R9968abaee50a46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430724f6842a6" /><Relationship Type="http://schemas.openxmlformats.org/officeDocument/2006/relationships/notesMaster" Target="/ppt/notesMasters/notesMaster1.xml" Id="Rf6afe7d6022542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8933c3edf4467" /><Relationship Type="http://schemas.openxmlformats.org/officeDocument/2006/relationships/notesMaster" Target="/ppt/notesMasters/notesMaster1.xml" Id="R7cb6024b75c3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58eacd6bc448c6" /><Relationship Type="http://schemas.openxmlformats.org/officeDocument/2006/relationships/notesMaster" Target="/ppt/notesMasters/notesMaster1.xml" Id="R7eea4262ef0b4d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468265c9240cc" /><Relationship Type="http://schemas.openxmlformats.org/officeDocument/2006/relationships/notesMaster" Target="/ppt/notesMasters/notesMaster1.xml" Id="R913475a6c58b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9249c286814f11" /><Relationship Type="http://schemas.openxmlformats.org/officeDocument/2006/relationships/notesMaster" Target="/ppt/notesMasters/notesMaster1.xml" Id="R9a21c58927ca46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8ed8478b2b4d37" /><Relationship Type="http://schemas.openxmlformats.org/officeDocument/2006/relationships/notesMaster" Target="/ppt/notesMasters/notesMaster1.xml" Id="R952e780bd12d41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d16a90f9344b95" /><Relationship Type="http://schemas.openxmlformats.org/officeDocument/2006/relationships/notesMaster" Target="/ppt/notesMasters/notesMaster1.xml" Id="R4e780fc22cdf47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8d74444d394355" /><Relationship Type="http://schemas.openxmlformats.org/officeDocument/2006/relationships/notesMaster" Target="/ppt/notesMasters/notesMaster1.xml" Id="R4e6089b629be46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cf812f12a44c55" /><Relationship Type="http://schemas.openxmlformats.org/officeDocument/2006/relationships/notesMaster" Target="/ppt/notesMasters/notesMaster1.xml" Id="R4a0200c107fa47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03e3532e3d4476" /><Relationship Type="http://schemas.openxmlformats.org/officeDocument/2006/relationships/notesMaster" Target="/ppt/notesMasters/notesMaster1.xml" Id="Rdf33781b5c244c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ee961c51404535" /><Relationship Type="http://schemas.openxmlformats.org/officeDocument/2006/relationships/notesMaster" Target="/ppt/notesMasters/notesMaster1.xml" Id="R5a64efae6c3d47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455bd70e744789" /><Relationship Type="http://schemas.openxmlformats.org/officeDocument/2006/relationships/notesMaster" Target="/ppt/notesMasters/notesMaster1.xml" Id="R07c6a265138e4f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N01 / 21647e14aca62b6ccd14-51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N02 / d922929b92d2b5e37aac-1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N03 / 21647e14aca62b6ccd14-6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N04 / 54b925088780cebb49dc-41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N05 / 54b925088780cebb49dc-31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N06 / 54b925088780cebb49dc-41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N07 / 54b925088780cebb49dc-101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N08 / 21647e14aca62b6ccd14-21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N09 / 54b925088780cebb49dc-1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N10 / 21647e14aca62b6ccd14-31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N11 / d922929b92d2b5e37aac-57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N12 / 5239348225a255a3281e-118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N13 / 54b925088780cebb49dc-61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N14 / d922929b92d2b5e37aac-25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N15 / 54b925088780cebb49dc-81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中性版式演示；示例内容与数值不代表真实业务。</a:t>
            </a:r>
          </a:p>
          <a:p xmlns:a="http://schemas.openxmlformats.org/drawingml/2006/main">
            <a:r>
              <a:t>[Layout reference]</a:t>
            </a:r>
          </a:p>
          <a:p xmlns:a="http://schemas.openxmlformats.org/drawingml/2006/main">
            <a:r>
              <a:t>N16 / d922929b92d2b5e37aac-57</a:t>
            </a:r>
          </a:p>
          <a:p xmlns:a="http://schemas.openxmlformats.org/drawingml/2006/main">
            <a:r>
              <a:t>Reference composition adapted into an original neutral editable recipe; no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2677f16af45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fa1078bd843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9f29c2c4b4a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d8ef857094c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6b023972948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47e6f581a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8EA9E-C670-4056-AEAE-756DFDD9E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B5EB2D-04FF-4A4C-B510-C5A9D0F671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97CEE3-131B-4F30-B3DE-5D9B7AF12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D985F0-5B15-460A-8C92-20BBE67CF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BB4D30-3863-4FCB-8E0A-61289606EB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955D9E-5342-47A1-832B-A004CB8C3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2698F0-002B-4A5A-A9A6-77CA4D9D58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989901-37CB-43AE-A881-AAEF3CF0E1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16B1BD-516F-47EA-BF24-082B7B5D5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919081-722F-4A38-A3A3-7F3886CC75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bdb85c8364d60" /><Relationship Type="http://schemas.openxmlformats.org/officeDocument/2006/relationships/slideLayout" Target="/ppt/slideLayouts/slideLayout1.xml" Id="Rdf0fb8483b054837" /><Relationship Type="http://schemas.openxmlformats.org/officeDocument/2006/relationships/slideLayout" Target="/ppt/slideLayouts/slideLayout2.xml" Id="Rac9cf28d72f44e71" /><Relationship Type="http://schemas.openxmlformats.org/officeDocument/2006/relationships/slideLayout" Target="/ppt/slideLayouts/slideLayout3.xml" Id="R4d3e3e966ec64e14" /><Relationship Type="http://schemas.openxmlformats.org/officeDocument/2006/relationships/slideLayout" Target="/ppt/slideLayouts/slideLayout4.xml" Id="R30e5016cca0a46fb" /><Relationship Type="http://schemas.openxmlformats.org/officeDocument/2006/relationships/slideLayout" Target="/ppt/slideLayouts/slideLayout5.xml" Id="R5e81816a992a4897" /><Relationship Type="http://schemas.openxmlformats.org/officeDocument/2006/relationships/slideLayout" Target="/ppt/slideLayouts/slideLayout6.xml" Id="Rcfe4518becbf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fb8483b054837"/>
    <p:sldLayoutId xmlns:r="http://schemas.openxmlformats.org/officeDocument/2006/relationships" id="2147483650" r:id="Rac9cf28d72f44e71"/>
    <p:sldLayoutId xmlns:r="http://schemas.openxmlformats.org/officeDocument/2006/relationships" id="2147483651" r:id="R4d3e3e966ec64e14"/>
    <p:sldLayoutId xmlns:r="http://schemas.openxmlformats.org/officeDocument/2006/relationships" id="2147483652" r:id="R30e5016cca0a46fb"/>
    <p:sldLayoutId xmlns:r="http://schemas.openxmlformats.org/officeDocument/2006/relationships" id="2147483653" r:id="R5e81816a992a4897"/>
    <p:sldLayoutId xmlns:r="http://schemas.openxmlformats.org/officeDocument/2006/relationships" id="2147483654" r:id="Rcfe4518becbf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43728ecf94974" /><Relationship Type="http://schemas.openxmlformats.org/officeDocument/2006/relationships/notesSlide" Target="/ppt/notesSlides/notesSlide1.xml" Id="R6a32dfdfe5794a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8e3c03eb34637" /><Relationship Type="http://schemas.openxmlformats.org/officeDocument/2006/relationships/notesSlide" Target="/ppt/notesSlides/notesSlide2.xml" Id="Rdf1f8ed7c47b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127a50de849b7" /><Relationship Type="http://schemas.openxmlformats.org/officeDocument/2006/relationships/notesSlide" Target="/ppt/notesSlides/notesSlide3.xml" Id="Rdb6d912aaa62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20f6a467442cf" /><Relationship Type="http://schemas.openxmlformats.org/officeDocument/2006/relationships/notesSlide" Target="/ppt/notesSlides/notesSlide4.xml" Id="R664fdb4cc2b643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3989d43404ee7" /><Relationship Type="http://schemas.openxmlformats.org/officeDocument/2006/relationships/notesSlide" Target="/ppt/notesSlides/notesSlide5.xml" Id="R9f4631cdddc3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9729c161f41fd" /><Relationship Type="http://schemas.openxmlformats.org/officeDocument/2006/relationships/notesSlide" Target="/ppt/notesSlides/notesSlide6.xml" Id="Rd7457f7c362c48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1c87605304f64" /><Relationship Type="http://schemas.openxmlformats.org/officeDocument/2006/relationships/notesSlide" Target="/ppt/notesSlides/notesSlide7.xml" Id="R998c09289eb644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568045f504326" /><Relationship Type="http://schemas.openxmlformats.org/officeDocument/2006/relationships/notesSlide" Target="/ppt/notesSlides/notesSlide8.xml" Id="Rd879ddf086954a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838cc9e9e49e1" /><Relationship Type="http://schemas.openxmlformats.org/officeDocument/2006/relationships/notesSlide" Target="/ppt/notesSlides/notesSlide9.xml" Id="Rac96f90112444c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0e3d2d6d448bb" /><Relationship Type="http://schemas.openxmlformats.org/officeDocument/2006/relationships/notesSlide" Target="/ppt/notesSlides/notesSlide10.xml" Id="R3f6b2b6a7f97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4b1d47e374214" /><Relationship Type="http://schemas.openxmlformats.org/officeDocument/2006/relationships/notesSlide" Target="/ppt/notesSlides/notesSlide11.xml" Id="Rc13d58c9b0f444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3c7e80edf4e28" /><Relationship Type="http://schemas.openxmlformats.org/officeDocument/2006/relationships/notesSlide" Target="/ppt/notesSlides/notesSlide12.xml" Id="Rbece59e0dfc74c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6060a841e4a9d" /><Relationship Type="http://schemas.openxmlformats.org/officeDocument/2006/relationships/chart" Target="/ppt/slides/charts/chart1.xml" Id="R91faca3f3e7c4e17" /><Relationship Type="http://schemas.openxmlformats.org/officeDocument/2006/relationships/notesSlide" Target="/ppt/notesSlides/notesSlide13.xml" Id="R7e21cc018f6b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2c715d518424e" /><Relationship Type="http://schemas.openxmlformats.org/officeDocument/2006/relationships/notesSlide" Target="/ppt/notesSlides/notesSlide14.xml" Id="R3c61c1dccd9747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2c5491c4e4a50" /><Relationship Type="http://schemas.openxmlformats.org/officeDocument/2006/relationships/notesSlide" Target="/ppt/notesSlides/notesSlide15.xml" Id="Ra8ddb321c1a144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fad862c50460a" /><Relationship Type="http://schemas.openxmlformats.org/officeDocument/2006/relationships/notesSlide" Target="/ppt/notesSlides/notesSlide16.xml" Id="R16cf17e3362041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Microsoft YaHei"/>
                <a:ea typeface="Microsoft YaHei"/>
                <a:cs typeface="Microsoft YaHei"/>
              </a:rPr>
              <a:t>各阶段数量（演示）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演示数量</c:v>
          </c:tx>
          <c:spPr>
            <a:solidFill xmlns:a="http://schemas.openxmlformats.org/drawingml/2006/main">
              <a:srgbClr val="137F94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阶段一</c:v>
                </c:pt>
                <c:pt idx="1">
                  <c:v>阶段二</c:v>
                </c:pt>
                <c:pt idx="2">
                  <c:v>阶段三</c:v>
                </c:pt>
                <c:pt idx="3">
                  <c:v>阶段四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18</c:v>
                </c:pt>
                <c:pt idx="1">
                  <c:v>26</c:v>
                </c:pt>
                <c:pt idx="2">
                  <c:v>35</c:v>
                </c:pt>
                <c:pt idx="3">
                  <c:v>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793849-8437-49F0-A9A9-6B4FF8C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0300"/>
            <a:ext cx="7924800" cy="1303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项目汇报与方案说明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41F400D-5C10-4BCC-9B00-2ECC566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88820"/>
            <a:ext cx="1097280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BD2CB5A-645F-4D30-BAB8-8D2E3139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09060"/>
            <a:ext cx="829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面向实际汇报场景的原生可编辑方案</a:t>
            </a:r>
          </a:p>
        </p:txBody>
      </p:sp>
      <p:sp>
        <p:nvSpPr>
          <p:cNvPr id="4" name="meta">
            <a:extLst xmlns:a="http://schemas.openxmlformats.org/drawingml/2006/main">
              <a:ext uri="{FF2B5EF4-FFF2-40B4-BE49-F238E27FC236}">
                <a16:creationId xmlns:a16="http://schemas.microsoft.com/office/drawing/2014/main" id="{7DC70773-B1CB-4639-BDFE-B5FBBB21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17820"/>
            <a:ext cx="82905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演示样板 / 不含真实业务数据</a:t>
            </a:r>
          </a:p>
        </p:txBody>
      </p:sp>
      <p:sp>
        <p:nvSpPr>
          <p:cNvPr id="5" name="topic">
            <a:extLst xmlns:a="http://schemas.openxmlformats.org/drawingml/2006/main">
              <a:ext uri="{FF2B5EF4-FFF2-40B4-BE49-F238E27FC236}">
                <a16:creationId xmlns:a16="http://schemas.microsoft.com/office/drawing/2014/main" id="{2F16BE8A-F6F7-404C-A6CC-44DAF192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920" y="2537460"/>
            <a:ext cx="20726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  <a:p xmlns:a="http://schemas.openxmlformats.org/drawingml/2006/main">
            <a:pPr algn="l">
              <a:def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</p:spTree>
    <p:extLst>
      <p:ext uri="{BB962C8B-B14F-4D97-AF65-F5344CB8AC3E}">
        <p14:creationId xmlns:p14="http://schemas.microsoft.com/office/powerpoint/2010/main" val="495737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98125B1D-0625-4FE0-8FF1-1D558238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汇报内容</a:t>
            </a:r>
          </a:p>
        </p:txBody>
      </p:sp>
      <p:sp>
        <p:nvSpPr>
          <p:cNvPr id="2" name="n0">
            <a:extLst xmlns:a="http://schemas.openxmlformats.org/drawingml/2006/main">
              <a:ext uri="{FF2B5EF4-FFF2-40B4-BE49-F238E27FC236}">
                <a16:creationId xmlns:a16="http://schemas.microsoft.com/office/drawing/2014/main" id="{BEFDBCF6-FFF4-4DCE-8E7F-1B3DF68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164592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h0">
            <a:extLst xmlns:a="http://schemas.openxmlformats.org/drawingml/2006/main">
              <a:ext uri="{FF2B5EF4-FFF2-40B4-BE49-F238E27FC236}">
                <a16:creationId xmlns:a16="http://schemas.microsoft.com/office/drawing/2014/main" id="{99323D8C-5C3C-49A9-B006-95FD5130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1645920"/>
            <a:ext cx="3901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b0">
            <a:extLst xmlns:a="http://schemas.openxmlformats.org/drawingml/2006/main">
              <a:ext uri="{FF2B5EF4-FFF2-40B4-BE49-F238E27FC236}">
                <a16:creationId xmlns:a16="http://schemas.microsoft.com/office/drawing/2014/main" id="{BC022DE1-D963-46AE-80B2-EE8F07F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80210"/>
            <a:ext cx="463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说明场景与需要解决的问题</a:t>
            </a:r>
          </a:p>
        </p:txBody>
      </p:sp>
      <p:sp>
        <p:nvSpPr>
          <p:cNvPr id="5" name="r0">
            <a:extLst xmlns:a="http://schemas.openxmlformats.org/drawingml/2006/main">
              <a:ext uri="{FF2B5EF4-FFF2-40B4-BE49-F238E27FC236}">
                <a16:creationId xmlns:a16="http://schemas.microsoft.com/office/drawing/2014/main" id="{66F57528-B6D1-4583-BA94-1596973F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311146"/>
            <a:ext cx="89001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1">
            <a:extLst xmlns:a="http://schemas.openxmlformats.org/drawingml/2006/main">
              <a:ext uri="{FF2B5EF4-FFF2-40B4-BE49-F238E27FC236}">
                <a16:creationId xmlns:a16="http://schemas.microsoft.com/office/drawing/2014/main" id="{C8524C53-0F7E-4896-8E70-0DA47D5A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64033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h1">
            <a:extLst xmlns:a="http://schemas.openxmlformats.org/drawingml/2006/main">
              <a:ext uri="{FF2B5EF4-FFF2-40B4-BE49-F238E27FC236}">
                <a16:creationId xmlns:a16="http://schemas.microsoft.com/office/drawing/2014/main" id="{EB4A2C2B-6FDE-4BE1-BBE0-0FC7AD2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640330"/>
            <a:ext cx="3901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8" name="b1">
            <a:extLst xmlns:a="http://schemas.openxmlformats.org/drawingml/2006/main">
              <a:ext uri="{FF2B5EF4-FFF2-40B4-BE49-F238E27FC236}">
                <a16:creationId xmlns:a16="http://schemas.microsoft.com/office/drawing/2014/main" id="{95E38401-FD1D-4392-9F3A-6436F0F1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674620"/>
            <a:ext cx="463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明确体系、边界与支撑关系</a:t>
            </a:r>
          </a:p>
        </p:txBody>
      </p:sp>
      <p:sp>
        <p:nvSpPr>
          <p:cNvPr id="9" name="r1">
            <a:extLst xmlns:a="http://schemas.openxmlformats.org/drawingml/2006/main">
              <a:ext uri="{FF2B5EF4-FFF2-40B4-BE49-F238E27FC236}">
                <a16:creationId xmlns:a16="http://schemas.microsoft.com/office/drawing/2014/main" id="{27DA491E-5A02-4C52-AB30-0DA330F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3305556"/>
            <a:ext cx="89001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2">
            <a:extLst xmlns:a="http://schemas.openxmlformats.org/drawingml/2006/main">
              <a:ext uri="{FF2B5EF4-FFF2-40B4-BE49-F238E27FC236}">
                <a16:creationId xmlns:a16="http://schemas.microsoft.com/office/drawing/2014/main" id="{8B2C79E7-101E-45F5-9893-67C88D8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363474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h2">
            <a:extLst xmlns:a="http://schemas.openxmlformats.org/drawingml/2006/main">
              <a:ext uri="{FF2B5EF4-FFF2-40B4-BE49-F238E27FC236}">
                <a16:creationId xmlns:a16="http://schemas.microsoft.com/office/drawing/2014/main" id="{040C2168-04DC-4120-AF4E-FEDB7902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3634740"/>
            <a:ext cx="3901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12" name="b2">
            <a:extLst xmlns:a="http://schemas.openxmlformats.org/drawingml/2006/main">
              <a:ext uri="{FF2B5EF4-FFF2-40B4-BE49-F238E27FC236}">
                <a16:creationId xmlns:a16="http://schemas.microsoft.com/office/drawing/2014/main" id="{760D2ED7-BB57-41D3-9E80-1BDD7F4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69030"/>
            <a:ext cx="463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展示任务安排与阶段衔接</a:t>
            </a:r>
          </a:p>
        </p:txBody>
      </p:sp>
      <p:sp>
        <p:nvSpPr>
          <p:cNvPr id="13" name="r2">
            <a:extLst xmlns:a="http://schemas.openxmlformats.org/drawingml/2006/main">
              <a:ext uri="{FF2B5EF4-FFF2-40B4-BE49-F238E27FC236}">
                <a16:creationId xmlns:a16="http://schemas.microsoft.com/office/drawing/2014/main" id="{DD44F7C6-04D1-4E1F-9107-EDC87EE8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4299966"/>
            <a:ext cx="89001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3">
            <a:extLst xmlns:a="http://schemas.openxmlformats.org/drawingml/2006/main">
              <a:ext uri="{FF2B5EF4-FFF2-40B4-BE49-F238E27FC236}">
                <a16:creationId xmlns:a16="http://schemas.microsoft.com/office/drawing/2014/main" id="{0533401C-55E5-49CD-8D47-0B11FF8A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62915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h3">
            <a:extLst xmlns:a="http://schemas.openxmlformats.org/drawingml/2006/main">
              <a:ext uri="{FF2B5EF4-FFF2-40B4-BE49-F238E27FC236}">
                <a16:creationId xmlns:a16="http://schemas.microsoft.com/office/drawing/2014/main" id="{DEDE20D2-8A91-4EBB-8F92-D7191BC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4629150"/>
            <a:ext cx="3901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6" name="b3">
            <a:extLst xmlns:a="http://schemas.openxmlformats.org/drawingml/2006/main">
              <a:ext uri="{FF2B5EF4-FFF2-40B4-BE49-F238E27FC236}">
                <a16:creationId xmlns:a16="http://schemas.microsoft.com/office/drawing/2014/main" id="{33B3269A-6AC8-4AF1-A8D0-1CB15C5D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63440"/>
            <a:ext cx="463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提供证据与后续工作安排</a:t>
            </a:r>
          </a:p>
        </p:txBody>
      </p:sp>
      <p:sp>
        <p:nvSpPr>
          <p:cNvPr id="17" name="r3">
            <a:extLst xmlns:a="http://schemas.openxmlformats.org/drawingml/2006/main">
              <a:ext uri="{FF2B5EF4-FFF2-40B4-BE49-F238E27FC236}">
                <a16:creationId xmlns:a16="http://schemas.microsoft.com/office/drawing/2014/main" id="{62DF4060-50FF-4EB0-B4A4-B324DE8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5294376"/>
            <a:ext cx="89001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0707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ED290241-4537-4242-813E-893B6B6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项目实施流程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7BB9F1F-2554-4B0D-83B7-CB02193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234440"/>
            <a:ext cx="1085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各步骤依次推进，保留阶段输入、处理动作与输出。</a:t>
            </a:r>
          </a:p>
        </p:txBody>
      </p:sp>
      <p:sp>
        <p:nvSpPr>
          <p:cNvPr id="3" name="arrow0">
            <a:extLst xmlns:a="http://schemas.openxmlformats.org/drawingml/2006/main">
              <a:ext uri="{FF2B5EF4-FFF2-40B4-BE49-F238E27FC236}">
                <a16:creationId xmlns:a16="http://schemas.microsoft.com/office/drawing/2014/main" id="{EA06C31E-9F32-4C1B-9B59-9052FCF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5980"/>
            <a:ext cx="2499360" cy="6172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0">
            <a:extLst xmlns:a="http://schemas.openxmlformats.org/drawingml/2006/main">
              <a:ext uri="{FF2B5EF4-FFF2-40B4-BE49-F238E27FC236}">
                <a16:creationId xmlns:a16="http://schemas.microsoft.com/office/drawing/2014/main" id="{A315DF90-CADE-495F-A6AB-3E97D9BA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76856"/>
            <a:ext cx="1950720" cy="29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head0">
            <a:extLst xmlns:a="http://schemas.openxmlformats.org/drawingml/2006/main">
              <a:ext uri="{FF2B5EF4-FFF2-40B4-BE49-F238E27FC236}">
                <a16:creationId xmlns:a16="http://schemas.microsoft.com/office/drawing/2014/main" id="{943DFE44-98DC-45A6-ADCB-02FF64BA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260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需求梳理</a:t>
            </a:r>
          </a:p>
        </p:txBody>
      </p:sp>
      <p:sp>
        <p:nvSpPr>
          <p:cNvPr id="6" name="body0">
            <a:extLst xmlns:a="http://schemas.openxmlformats.org/drawingml/2006/main">
              <a:ext uri="{FF2B5EF4-FFF2-40B4-BE49-F238E27FC236}">
                <a16:creationId xmlns:a16="http://schemas.microsoft.com/office/drawing/2014/main" id="{DCF4CFB7-4BBF-41D1-AEA9-0FDE486F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4770"/>
            <a:ext cx="2316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核对原始材料，明确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范围、目标与交付要求。</a:t>
            </a:r>
          </a:p>
        </p:txBody>
      </p:sp>
      <p:sp>
        <p:nvSpPr>
          <p:cNvPr id="7" name="arrow1">
            <a:extLst xmlns:a="http://schemas.openxmlformats.org/drawingml/2006/main">
              <a:ext uri="{FF2B5EF4-FFF2-40B4-BE49-F238E27FC236}">
                <a16:creationId xmlns:a16="http://schemas.microsoft.com/office/drawing/2014/main" id="{203789EA-02F9-4928-B4FD-D391296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2125980"/>
            <a:ext cx="2499360" cy="6172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1">
            <a:extLst xmlns:a="http://schemas.openxmlformats.org/drawingml/2006/main">
              <a:ext uri="{FF2B5EF4-FFF2-40B4-BE49-F238E27FC236}">
                <a16:creationId xmlns:a16="http://schemas.microsoft.com/office/drawing/2014/main" id="{B0EFA06A-7B25-4930-B911-7104C414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276856"/>
            <a:ext cx="1950720" cy="29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head1">
            <a:extLst xmlns:a="http://schemas.openxmlformats.org/drawingml/2006/main">
              <a:ext uri="{FF2B5EF4-FFF2-40B4-BE49-F238E27FC236}">
                <a16:creationId xmlns:a16="http://schemas.microsoft.com/office/drawing/2014/main" id="{636C773E-D930-4455-8486-E931D376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223260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0" name="body1">
            <a:extLst xmlns:a="http://schemas.openxmlformats.org/drawingml/2006/main">
              <a:ext uri="{FF2B5EF4-FFF2-40B4-BE49-F238E27FC236}">
                <a16:creationId xmlns:a16="http://schemas.microsoft.com/office/drawing/2014/main" id="{73163BE2-A57F-438C-B6E4-8B66890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874770"/>
            <a:ext cx="2316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结合内容关系，确定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结构、资源与实施方式。</a:t>
            </a:r>
          </a:p>
        </p:txBody>
      </p:sp>
      <p:sp>
        <p:nvSpPr>
          <p:cNvPr id="11" name="arrow2">
            <a:extLst xmlns:a="http://schemas.openxmlformats.org/drawingml/2006/main">
              <a:ext uri="{FF2B5EF4-FFF2-40B4-BE49-F238E27FC236}">
                <a16:creationId xmlns:a16="http://schemas.microsoft.com/office/drawing/2014/main" id="{0F75CC27-DBB9-4A8A-BECB-A19492AD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125980"/>
            <a:ext cx="2499360" cy="6172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2">
            <a:extLst xmlns:a="http://schemas.openxmlformats.org/drawingml/2006/main">
              <a:ext uri="{FF2B5EF4-FFF2-40B4-BE49-F238E27FC236}">
                <a16:creationId xmlns:a16="http://schemas.microsoft.com/office/drawing/2014/main" id="{D5FA9A1E-D328-40DB-87B4-AAE8A3B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064" y="2276856"/>
            <a:ext cx="1950720" cy="29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head2">
            <a:extLst xmlns:a="http://schemas.openxmlformats.org/drawingml/2006/main">
              <a:ext uri="{FF2B5EF4-FFF2-40B4-BE49-F238E27FC236}">
                <a16:creationId xmlns:a16="http://schemas.microsoft.com/office/drawing/2014/main" id="{34A803C2-D1F6-4F9C-B5C9-365AC6B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223260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组织实施</a:t>
            </a:r>
          </a:p>
        </p:txBody>
      </p:sp>
      <p:sp>
        <p:nvSpPr>
          <p:cNvPr id="14" name="body2">
            <a:extLst xmlns:a="http://schemas.openxmlformats.org/drawingml/2006/main">
              <a:ext uri="{FF2B5EF4-FFF2-40B4-BE49-F238E27FC236}">
                <a16:creationId xmlns:a16="http://schemas.microsoft.com/office/drawing/2014/main" id="{29DC86C4-D755-4F2B-9606-5115DB83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874770"/>
            <a:ext cx="2316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落实任务责任，跟踪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过程并处理实际问题。</a:t>
            </a:r>
          </a:p>
        </p:txBody>
      </p:sp>
      <p:sp>
        <p:nvSpPr>
          <p:cNvPr id="15" name="arrow3">
            <a:extLst xmlns:a="http://schemas.openxmlformats.org/drawingml/2006/main">
              <a:ext uri="{FF2B5EF4-FFF2-40B4-BE49-F238E27FC236}">
                <a16:creationId xmlns:a16="http://schemas.microsoft.com/office/drawing/2014/main" id="{DAF3D8F0-BEE8-4AC7-901F-A03724E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125980"/>
            <a:ext cx="2499360" cy="6172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3">
            <a:extLst xmlns:a="http://schemas.openxmlformats.org/drawingml/2006/main">
              <a:ext uri="{FF2B5EF4-FFF2-40B4-BE49-F238E27FC236}">
                <a16:creationId xmlns:a16="http://schemas.microsoft.com/office/drawing/2014/main" id="{23166FB7-FFAC-4409-9A03-2CBF9EA0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276856"/>
            <a:ext cx="1950720" cy="29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head3">
            <a:extLst xmlns:a="http://schemas.openxmlformats.org/drawingml/2006/main">
              <a:ext uri="{FF2B5EF4-FFF2-40B4-BE49-F238E27FC236}">
                <a16:creationId xmlns:a16="http://schemas.microsoft.com/office/drawing/2014/main" id="{014CE79C-BB15-4283-9E9D-3640C4B8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23260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结果验收</a:t>
            </a:r>
          </a:p>
        </p:txBody>
      </p:sp>
      <p:sp>
        <p:nvSpPr>
          <p:cNvPr id="18" name="body3">
            <a:extLst xmlns:a="http://schemas.openxmlformats.org/drawingml/2006/main">
              <a:ext uri="{FF2B5EF4-FFF2-40B4-BE49-F238E27FC236}">
                <a16:creationId xmlns:a16="http://schemas.microsoft.com/office/drawing/2014/main" id="{A27FB422-2D05-45E7-9220-9DDF820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74770"/>
            <a:ext cx="2316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对照既定要求，核验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成果并记录待办事项。</a:t>
            </a:r>
          </a:p>
        </p:txBody>
      </p:sp>
    </p:spTree>
    <p:extLst>
      <p:ext uri="{BB962C8B-B14F-4D97-AF65-F5344CB8AC3E}">
        <p14:creationId xmlns:p14="http://schemas.microsoft.com/office/powerpoint/2010/main" val="1981928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6F2A31-1B59-4598-8E6F-E650C523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跨部门协同流程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BE901-A0C8-4EF2-A608-ABA3641755E7}"/>
              </a:ext>
            </a:extLst>
          </p:cNvPr>
          <p:cNvGraphicFramePr/>
          <p:nvPr/>
        </p:nvGraphicFramePr>
        <p:xfrm>
          <a:off xmlns:a="http://schemas.openxmlformats.org/drawingml/2006/main" x="670560" y="1714500"/>
          <a:ext xmlns:a="http://schemas.openxmlformats.org/drawingml/2006/main" cx="8412480" cy="38404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96012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 / 阶段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业务侧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提供需求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场景核验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确认结果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技术侧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评估可行性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实施与联调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交付资料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管理侧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明确边界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协调资源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组织验收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3" name="head">
            <a:extLst xmlns:a="http://schemas.openxmlformats.org/drawingml/2006/main">
              <a:ext uri="{FF2B5EF4-FFF2-40B4-BE49-F238E27FC236}">
                <a16:creationId xmlns:a16="http://schemas.microsoft.com/office/drawing/2014/main" id="{6C36C6B0-989A-4978-B1DB-0CD717B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1851660"/>
            <a:ext cx="18288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协同原则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B7D385A-5488-411B-AFDE-02392F50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811780"/>
            <a:ext cx="1828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业务提出需求，技术提供支撑。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阶段交接保留责任人与确认结果。</a:t>
            </a:r>
          </a:p>
        </p:txBody>
      </p:sp>
    </p:spTree>
    <p:extLst>
      <p:ext uri="{BB962C8B-B14F-4D97-AF65-F5344CB8AC3E}">
        <p14:creationId xmlns:p14="http://schemas.microsoft.com/office/powerpoint/2010/main" val="496816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BCD8DE7-24C5-4BE9-8FA6-7D391E13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平台总体架构</a:t>
            </a:r>
          </a:p>
        </p:txBody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F586E3A5-FB70-47C4-9A24-2EEEF645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645920"/>
            <a:ext cx="158496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ltext">
            <a:extLst xmlns:a="http://schemas.openxmlformats.org/drawingml/2006/main">
              <a:ext uri="{FF2B5EF4-FFF2-40B4-BE49-F238E27FC236}">
                <a16:creationId xmlns:a16="http://schemas.microsoft.com/office/drawing/2014/main" id="{48BEC91E-37FE-4A15-BACC-57A24D9D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512" y="2468880"/>
            <a:ext cx="975360" cy="198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安全保障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规范管理</a:t>
            </a:r>
          </a:p>
        </p:txBody>
      </p:sp>
      <p:sp>
        <p:nvSpPr>
          <p:cNvPr id="4" name="band0">
            <a:extLst xmlns:a="http://schemas.openxmlformats.org/drawingml/2006/main">
              <a:ext uri="{FF2B5EF4-FFF2-40B4-BE49-F238E27FC236}">
                <a16:creationId xmlns:a16="http://schemas.microsoft.com/office/drawing/2014/main" id="{E9BEB8F0-06CB-4747-82B9-D79C41D4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645920"/>
            <a:ext cx="8656320" cy="116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0">
            <a:extLst xmlns:a="http://schemas.openxmlformats.org/drawingml/2006/main">
              <a:ext uri="{FF2B5EF4-FFF2-40B4-BE49-F238E27FC236}">
                <a16:creationId xmlns:a16="http://schemas.microsoft.com/office/drawing/2014/main" id="{EF6C15E1-02CF-4BF9-B427-D53D9CE0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3110"/>
            <a:ext cx="18288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业务应用层</a:t>
            </a:r>
          </a:p>
        </p:txBody>
      </p:sp>
      <p:sp>
        <p:nvSpPr>
          <p:cNvPr id="6" name="modules0">
            <a:extLst xmlns:a="http://schemas.openxmlformats.org/drawingml/2006/main">
              <a:ext uri="{FF2B5EF4-FFF2-40B4-BE49-F238E27FC236}">
                <a16:creationId xmlns:a16="http://schemas.microsoft.com/office/drawing/2014/main" id="{3AD13EC9-3A76-4C9B-99AE-5D81EB8F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1879092"/>
            <a:ext cx="573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业务办理　过程跟踪　成果展示</a:t>
            </a:r>
          </a:p>
        </p:txBody>
      </p:sp>
      <p:sp>
        <p:nvSpPr>
          <p:cNvPr id="7" name="band1">
            <a:extLst xmlns:a="http://schemas.openxmlformats.org/drawingml/2006/main">
              <a:ext uri="{FF2B5EF4-FFF2-40B4-BE49-F238E27FC236}">
                <a16:creationId xmlns:a16="http://schemas.microsoft.com/office/drawing/2014/main" id="{FF4E06F5-2834-4BA2-A624-D7400456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051810"/>
            <a:ext cx="8656320" cy="116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yer1">
            <a:extLst xmlns:a="http://schemas.openxmlformats.org/drawingml/2006/main">
              <a:ext uri="{FF2B5EF4-FFF2-40B4-BE49-F238E27FC236}">
                <a16:creationId xmlns:a16="http://schemas.microsoft.com/office/drawing/2014/main" id="{5DA56F35-452C-4497-B86E-5074A858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8288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能力支撑层</a:t>
            </a:r>
          </a:p>
        </p:txBody>
      </p:sp>
      <p:sp>
        <p:nvSpPr>
          <p:cNvPr id="9" name="modules1">
            <a:extLst xmlns:a="http://schemas.openxmlformats.org/drawingml/2006/main">
              <a:ext uri="{FF2B5EF4-FFF2-40B4-BE49-F238E27FC236}">
                <a16:creationId xmlns:a16="http://schemas.microsoft.com/office/drawing/2014/main" id="{54051F50-9A68-4D25-A53A-3FECBF30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3284982"/>
            <a:ext cx="573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协同处理　规则服务　数据分析</a:t>
            </a:r>
          </a:p>
        </p:txBody>
      </p:sp>
      <p:sp>
        <p:nvSpPr>
          <p:cNvPr id="10" name="band2">
            <a:extLst xmlns:a="http://schemas.openxmlformats.org/drawingml/2006/main">
              <a:ext uri="{FF2B5EF4-FFF2-40B4-BE49-F238E27FC236}">
                <a16:creationId xmlns:a16="http://schemas.microsoft.com/office/drawing/2014/main" id="{47ABBB61-D082-4A30-94E1-B61C35D1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4457700"/>
            <a:ext cx="8656320" cy="116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yer2">
            <a:extLst xmlns:a="http://schemas.openxmlformats.org/drawingml/2006/main">
              <a:ext uri="{FF2B5EF4-FFF2-40B4-BE49-F238E27FC236}">
                <a16:creationId xmlns:a16="http://schemas.microsoft.com/office/drawing/2014/main" id="{B3CC1643-EBE3-43E3-8E7A-8D0286F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4890"/>
            <a:ext cx="18288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基础资源层</a:t>
            </a:r>
          </a:p>
        </p:txBody>
      </p:sp>
      <p:sp>
        <p:nvSpPr>
          <p:cNvPr id="12" name="modules2">
            <a:extLst xmlns:a="http://schemas.openxmlformats.org/drawingml/2006/main">
              <a:ext uri="{FF2B5EF4-FFF2-40B4-BE49-F238E27FC236}">
                <a16:creationId xmlns:a16="http://schemas.microsoft.com/office/drawing/2014/main" id="{354EDCD8-58EE-4E69-A440-3E8618D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690872"/>
            <a:ext cx="573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数据资源　网络环境　运行设施</a:t>
            </a:r>
          </a:p>
        </p:txBody>
      </p:sp>
    </p:spTree>
    <p:extLst>
      <p:ext uri="{BB962C8B-B14F-4D97-AF65-F5344CB8AC3E}">
        <p14:creationId xmlns:p14="http://schemas.microsoft.com/office/powerpoint/2010/main" val="580248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D599EAF8-EB6A-481A-9593-1A23F72E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项目组织与职责</a:t>
            </a:r>
          </a:p>
        </p:txBody>
      </p:sp>
      <p:sp>
        <p:nvSpPr>
          <p:cNvPr id="2" name="trunk">
            <a:extLst xmlns:a="http://schemas.openxmlformats.org/drawingml/2006/main">
              <a:ext uri="{FF2B5EF4-FFF2-40B4-BE49-F238E27FC236}">
                <a16:creationId xmlns:a16="http://schemas.microsoft.com/office/drawing/2014/main" id="{0AFA9374-A624-482C-948B-762837A9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808" y="2297430"/>
            <a:ext cx="24384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ch">
            <a:extLst xmlns:a="http://schemas.openxmlformats.org/drawingml/2006/main">
              <a:ext uri="{FF2B5EF4-FFF2-40B4-BE49-F238E27FC236}">
                <a16:creationId xmlns:a16="http://schemas.microsoft.com/office/drawing/2014/main" id="{4DB52D1D-AE16-4538-AED0-A5945626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24" y="3634740"/>
            <a:ext cx="859536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ot">
            <a:extLst xmlns:a="http://schemas.openxmlformats.org/drawingml/2006/main">
              <a:ext uri="{FF2B5EF4-FFF2-40B4-BE49-F238E27FC236}">
                <a16:creationId xmlns:a16="http://schemas.microsoft.com/office/drawing/2014/main" id="{B4500C06-36DC-484B-AA3B-60FDD8DE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1611630"/>
            <a:ext cx="3901440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ottext">
            <a:extLst xmlns:a="http://schemas.openxmlformats.org/drawingml/2006/main">
              <a:ext uri="{FF2B5EF4-FFF2-40B4-BE49-F238E27FC236}">
                <a16:creationId xmlns:a16="http://schemas.microsoft.com/office/drawing/2014/main" id="{42F7BA4C-5A71-4001-A32B-DAD4B6E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31086"/>
            <a:ext cx="34137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项目统筹与管理</a:t>
            </a:r>
          </a:p>
        </p:txBody>
      </p:sp>
      <p:sp>
        <p:nvSpPr>
          <p:cNvPr id="6" name="stem0">
            <a:extLst xmlns:a="http://schemas.openxmlformats.org/drawingml/2006/main">
              <a:ext uri="{FF2B5EF4-FFF2-40B4-BE49-F238E27FC236}">
                <a16:creationId xmlns:a16="http://schemas.microsoft.com/office/drawing/2014/main" id="{8E4975DC-632F-446E-92A1-E2177A83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" y="3634740"/>
            <a:ext cx="2438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0">
            <a:extLst xmlns:a="http://schemas.openxmlformats.org/drawingml/2006/main">
              <a:ext uri="{FF2B5EF4-FFF2-40B4-BE49-F238E27FC236}">
                <a16:creationId xmlns:a16="http://schemas.microsoft.com/office/drawing/2014/main" id="{B6215A15-12ED-4CD7-BB04-1F235FC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4183380"/>
            <a:ext cx="2621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0">
            <a:extLst xmlns:a="http://schemas.openxmlformats.org/drawingml/2006/main">
              <a:ext uri="{FF2B5EF4-FFF2-40B4-BE49-F238E27FC236}">
                <a16:creationId xmlns:a16="http://schemas.microsoft.com/office/drawing/2014/main" id="{CC33D139-1193-4B74-B651-69519BE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2262"/>
            <a:ext cx="23774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业务组织</a:t>
            </a:r>
          </a:p>
        </p:txBody>
      </p:sp>
      <p:sp>
        <p:nvSpPr>
          <p:cNvPr id="9" name="body0">
            <a:extLst xmlns:a="http://schemas.openxmlformats.org/drawingml/2006/main">
              <a:ext uri="{FF2B5EF4-FFF2-40B4-BE49-F238E27FC236}">
                <a16:creationId xmlns:a16="http://schemas.microsoft.com/office/drawing/2014/main" id="{DEEEA8BF-1EAB-45CC-8308-842FBFE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5212080"/>
            <a:ext cx="262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明确场景与业务责任</a:t>
            </a:r>
          </a:p>
        </p:txBody>
      </p:sp>
      <p:sp>
        <p:nvSpPr>
          <p:cNvPr id="10" name="stem1">
            <a:extLst xmlns:a="http://schemas.openxmlformats.org/drawingml/2006/main">
              <a:ext uri="{FF2B5EF4-FFF2-40B4-BE49-F238E27FC236}">
                <a16:creationId xmlns:a16="http://schemas.microsoft.com/office/drawing/2014/main" id="{071BA47E-AEC2-42C2-8607-39AEC583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34740"/>
            <a:ext cx="2438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1">
            <a:extLst xmlns:a="http://schemas.openxmlformats.org/drawingml/2006/main">
              <a:ext uri="{FF2B5EF4-FFF2-40B4-BE49-F238E27FC236}">
                <a16:creationId xmlns:a16="http://schemas.microsoft.com/office/drawing/2014/main" id="{6E2F3471-2B9F-450F-A300-1D331F7B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83380"/>
            <a:ext cx="2621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1">
            <a:extLst xmlns:a="http://schemas.openxmlformats.org/drawingml/2006/main">
              <a:ext uri="{FF2B5EF4-FFF2-40B4-BE49-F238E27FC236}">
                <a16:creationId xmlns:a16="http://schemas.microsoft.com/office/drawing/2014/main" id="{598E65F9-E0B3-4AED-9123-E8663CD9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4382262"/>
            <a:ext cx="23774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技术实施</a:t>
            </a:r>
          </a:p>
        </p:txBody>
      </p:sp>
      <p:sp>
        <p:nvSpPr>
          <p:cNvPr id="13" name="body1">
            <a:extLst xmlns:a="http://schemas.openxmlformats.org/drawingml/2006/main">
              <a:ext uri="{FF2B5EF4-FFF2-40B4-BE49-F238E27FC236}">
                <a16:creationId xmlns:a16="http://schemas.microsoft.com/office/drawing/2014/main" id="{02E669BF-04B5-4959-9C0B-649DE7E0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12080"/>
            <a:ext cx="262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执行任务并组织联调</a:t>
            </a:r>
          </a:p>
        </p:txBody>
      </p:sp>
      <p:sp>
        <p:nvSpPr>
          <p:cNvPr id="14" name="stem2">
            <a:extLst xmlns:a="http://schemas.openxmlformats.org/drawingml/2006/main">
              <a:ext uri="{FF2B5EF4-FFF2-40B4-BE49-F238E27FC236}">
                <a16:creationId xmlns:a16="http://schemas.microsoft.com/office/drawing/2014/main" id="{5B41DCCD-3436-4602-B10E-78F8D1A6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634740"/>
            <a:ext cx="2438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2">
            <a:extLst xmlns:a="http://schemas.openxmlformats.org/drawingml/2006/main">
              <a:ext uri="{FF2B5EF4-FFF2-40B4-BE49-F238E27FC236}">
                <a16:creationId xmlns:a16="http://schemas.microsoft.com/office/drawing/2014/main" id="{1D0B4A75-45F1-4E59-B35E-30641C6E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720" y="4183380"/>
            <a:ext cx="2621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ead2">
            <a:extLst xmlns:a="http://schemas.openxmlformats.org/drawingml/2006/main">
              <a:ext uri="{FF2B5EF4-FFF2-40B4-BE49-F238E27FC236}">
                <a16:creationId xmlns:a16="http://schemas.microsoft.com/office/drawing/2014/main" id="{7E5C242A-DAD4-4D40-B1FD-C0A63F5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4382262"/>
            <a:ext cx="23774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质量核验</a:t>
            </a:r>
          </a:p>
        </p:txBody>
      </p:sp>
      <p:sp>
        <p:nvSpPr>
          <p:cNvPr id="17" name="body2">
            <a:extLst xmlns:a="http://schemas.openxmlformats.org/drawingml/2006/main">
              <a:ext uri="{FF2B5EF4-FFF2-40B4-BE49-F238E27FC236}">
                <a16:creationId xmlns:a16="http://schemas.microsoft.com/office/drawing/2014/main" id="{D1BFB93E-1D19-401E-BF81-E3CFEDFB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720" y="5212080"/>
            <a:ext cx="262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对照标准检查结果</a:t>
            </a:r>
          </a:p>
        </p:txBody>
      </p:sp>
      <p:sp>
        <p:nvSpPr>
          <p:cNvPr id="18" name="stem3">
            <a:extLst xmlns:a="http://schemas.openxmlformats.org/drawingml/2006/main">
              <a:ext uri="{FF2B5EF4-FFF2-40B4-BE49-F238E27FC236}">
                <a16:creationId xmlns:a16="http://schemas.microsoft.com/office/drawing/2014/main" id="{3D34DC41-2DB9-40E1-90A5-6DC55EF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34740"/>
            <a:ext cx="2438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3">
            <a:extLst xmlns:a="http://schemas.openxmlformats.org/drawingml/2006/main">
              <a:ext uri="{FF2B5EF4-FFF2-40B4-BE49-F238E27FC236}">
                <a16:creationId xmlns:a16="http://schemas.microsoft.com/office/drawing/2014/main" id="{DDD90063-4EF1-489D-B501-0F416A34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183380"/>
            <a:ext cx="2621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ead3">
            <a:extLst xmlns:a="http://schemas.openxmlformats.org/drawingml/2006/main">
              <a:ext uri="{FF2B5EF4-FFF2-40B4-BE49-F238E27FC236}">
                <a16:creationId xmlns:a16="http://schemas.microsoft.com/office/drawing/2014/main" id="{17941B28-49E7-4C52-A0FD-39E07AE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382262"/>
            <a:ext cx="23774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运行保障</a:t>
            </a:r>
          </a:p>
        </p:txBody>
      </p:sp>
      <p:sp>
        <p:nvSpPr>
          <p:cNvPr id="21" name="body3">
            <a:extLst xmlns:a="http://schemas.openxmlformats.org/drawingml/2006/main">
              <a:ext uri="{FF2B5EF4-FFF2-40B4-BE49-F238E27FC236}">
                <a16:creationId xmlns:a16="http://schemas.microsoft.com/office/drawing/2014/main" id="{818646E6-0572-40EE-810E-B25530EC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5212080"/>
            <a:ext cx="262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保障资源与日常运行</a:t>
            </a:r>
          </a:p>
        </p:txBody>
      </p:sp>
    </p:spTree>
    <p:extLst>
      <p:ext uri="{BB962C8B-B14F-4D97-AF65-F5344CB8AC3E}">
        <p14:creationId xmlns:p14="http://schemas.microsoft.com/office/powerpoint/2010/main" val="49907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8C426609-E7B7-484D-A44D-5551472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多方协同关系</a:t>
            </a:r>
          </a:p>
        </p:txBody>
      </p:sp>
      <p:sp>
        <p:nvSpPr>
          <p:cNvPr id="2" name="l1">
            <a:extLst xmlns:a="http://schemas.openxmlformats.org/drawingml/2006/main">
              <a:ext uri="{FF2B5EF4-FFF2-40B4-BE49-F238E27FC236}">
                <a16:creationId xmlns:a16="http://schemas.microsoft.com/office/drawing/2014/main" id="{B925FA01-BD10-42E7-8C9A-BE54FAD1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537460"/>
            <a:ext cx="170688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2">
            <a:extLst xmlns:a="http://schemas.openxmlformats.org/drawingml/2006/main">
              <a:ext uri="{FF2B5EF4-FFF2-40B4-BE49-F238E27FC236}">
                <a16:creationId xmlns:a16="http://schemas.microsoft.com/office/drawing/2014/main" id="{DC8E2300-3E3D-41E3-B556-E83AF29B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2537460"/>
            <a:ext cx="170688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3">
            <a:extLst xmlns:a="http://schemas.openxmlformats.org/drawingml/2006/main">
              <a:ext uri="{FF2B5EF4-FFF2-40B4-BE49-F238E27FC236}">
                <a16:creationId xmlns:a16="http://schemas.microsoft.com/office/drawing/2014/main" id="{AE38DD09-0D0B-4CE9-A590-F145953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526280"/>
            <a:ext cx="170688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4">
            <a:extLst xmlns:a="http://schemas.openxmlformats.org/drawingml/2006/main">
              <a:ext uri="{FF2B5EF4-FFF2-40B4-BE49-F238E27FC236}">
                <a16:creationId xmlns:a16="http://schemas.microsoft.com/office/drawing/2014/main" id="{DD0505DB-F511-46CC-B8CD-344A45E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4526280"/>
            <a:ext cx="170688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b">
            <a:extLst xmlns:a="http://schemas.openxmlformats.org/drawingml/2006/main">
              <a:ext uri="{FF2B5EF4-FFF2-40B4-BE49-F238E27FC236}">
                <a16:creationId xmlns:a16="http://schemas.microsoft.com/office/drawing/2014/main" id="{B8333379-94D8-463C-8E6A-EB5C3FD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468880"/>
            <a:ext cx="2316480" cy="2263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ubtext">
            <a:extLst xmlns:a="http://schemas.openxmlformats.org/drawingml/2006/main">
              <a:ext uri="{FF2B5EF4-FFF2-40B4-BE49-F238E27FC236}">
                <a16:creationId xmlns:a16="http://schemas.microsoft.com/office/drawing/2014/main" id="{84771E3F-5D6C-4A0E-8360-597BF9D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3236976"/>
            <a:ext cx="175564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</a:t>
            </a:r>
          </a:p>
        </p:txBody>
      </p:sp>
      <p:sp>
        <p:nvSpPr>
          <p:cNvPr id="8" name="h0">
            <a:extLst xmlns:a="http://schemas.openxmlformats.org/drawingml/2006/main">
              <a:ext uri="{FF2B5EF4-FFF2-40B4-BE49-F238E27FC236}">
                <a16:creationId xmlns:a16="http://schemas.microsoft.com/office/drawing/2014/main" id="{B074D0BB-C82F-47DE-8B8E-49AFDA78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8882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业务协同</a:t>
            </a:r>
          </a:p>
        </p:txBody>
      </p:sp>
      <p:sp>
        <p:nvSpPr>
          <p:cNvPr id="9" name="b0">
            <a:extLst xmlns:a="http://schemas.openxmlformats.org/drawingml/2006/main">
              <a:ext uri="{FF2B5EF4-FFF2-40B4-BE49-F238E27FC236}">
                <a16:creationId xmlns:a16="http://schemas.microsoft.com/office/drawing/2014/main" id="{85E8CBC3-95CB-4288-887B-792B753D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71750"/>
            <a:ext cx="256032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围绕共同目标，衔接相关业务环节。</a:t>
            </a:r>
          </a:p>
        </p:txBody>
      </p:sp>
      <p:sp>
        <p:nvSpPr>
          <p:cNvPr id="10" name="h1">
            <a:extLst xmlns:a="http://schemas.openxmlformats.org/drawingml/2006/main">
              <a:ext uri="{FF2B5EF4-FFF2-40B4-BE49-F238E27FC236}">
                <a16:creationId xmlns:a16="http://schemas.microsoft.com/office/drawing/2014/main" id="{CB232AC4-B539-4CE7-A301-04303A81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198882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11" name="b1">
            <a:extLst xmlns:a="http://schemas.openxmlformats.org/drawingml/2006/main">
              <a:ext uri="{FF2B5EF4-FFF2-40B4-BE49-F238E27FC236}">
                <a16:creationId xmlns:a16="http://schemas.microsoft.com/office/drawing/2014/main" id="{F81FC373-381D-4E90-AB83-196B0665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2571750"/>
            <a:ext cx="256032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按实际任务组织资源与责任分工。</a:t>
            </a:r>
          </a:p>
        </p:txBody>
      </p:sp>
      <p:sp>
        <p:nvSpPr>
          <p:cNvPr id="12" name="h2">
            <a:extLst xmlns:a="http://schemas.openxmlformats.org/drawingml/2006/main">
              <a:ext uri="{FF2B5EF4-FFF2-40B4-BE49-F238E27FC236}">
                <a16:creationId xmlns:a16="http://schemas.microsoft.com/office/drawing/2014/main" id="{CADDBD57-E31E-4F9D-BC45-CC444C90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数据协同</a:t>
            </a:r>
          </a:p>
        </p:txBody>
      </p:sp>
      <p:sp>
        <p:nvSpPr>
          <p:cNvPr id="13" name="b2">
            <a:extLst xmlns:a="http://schemas.openxmlformats.org/drawingml/2006/main">
              <a:ext uri="{FF2B5EF4-FFF2-40B4-BE49-F238E27FC236}">
                <a16:creationId xmlns:a16="http://schemas.microsoft.com/office/drawing/2014/main" id="{D35914F8-AAAD-462A-B068-2121C24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66310"/>
            <a:ext cx="256032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统一数据口径，确保信息可追溯。</a:t>
            </a:r>
          </a:p>
        </p:txBody>
      </p:sp>
      <p:sp>
        <p:nvSpPr>
          <p:cNvPr id="14" name="h3">
            <a:extLst xmlns:a="http://schemas.openxmlformats.org/drawingml/2006/main">
              <a:ext uri="{FF2B5EF4-FFF2-40B4-BE49-F238E27FC236}">
                <a16:creationId xmlns:a16="http://schemas.microsoft.com/office/drawing/2014/main" id="{E5987B60-C0DF-48EC-81F5-111C133D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418338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成果协同</a:t>
            </a:r>
          </a:p>
        </p:txBody>
      </p:sp>
      <p:sp>
        <p:nvSpPr>
          <p:cNvPr id="15" name="b3">
            <a:extLst xmlns:a="http://schemas.openxmlformats.org/drawingml/2006/main">
              <a:ext uri="{FF2B5EF4-FFF2-40B4-BE49-F238E27FC236}">
                <a16:creationId xmlns:a16="http://schemas.microsoft.com/office/drawing/2014/main" id="{0DAC79E9-B842-45BB-97A7-A96EAA1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4766310"/>
            <a:ext cx="256032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形成可核验、可交接的工作成果。</a:t>
            </a:r>
          </a:p>
        </p:txBody>
      </p:sp>
    </p:spTree>
    <p:extLst>
      <p:ext uri="{BB962C8B-B14F-4D97-AF65-F5344CB8AC3E}">
        <p14:creationId xmlns:p14="http://schemas.microsoft.com/office/powerpoint/2010/main" val="1317104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2FD69FB5-6B52-40EC-9933-066D8669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持续改进闭环</a:t>
            </a:r>
          </a:p>
        </p:txBody>
      </p:sp>
      <p:sp>
        <p:nvSpPr>
          <p:cNvPr id="2" name="ar1">
            <a:extLst xmlns:a="http://schemas.openxmlformats.org/drawingml/2006/main">
              <a:ext uri="{FF2B5EF4-FFF2-40B4-BE49-F238E27FC236}">
                <a16:creationId xmlns:a16="http://schemas.microsoft.com/office/drawing/2014/main" id="{D69FD7FC-3518-4ED0-8339-73EE6CEB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057400"/>
            <a:ext cx="1706880" cy="30861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2">
            <a:extLst xmlns:a="http://schemas.openxmlformats.org/drawingml/2006/main">
              <a:ext uri="{FF2B5EF4-FFF2-40B4-BE49-F238E27FC236}">
                <a16:creationId xmlns:a16="http://schemas.microsoft.com/office/drawing/2014/main" id="{02719F9A-6B59-42B8-A77B-63AE8C5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2948940"/>
            <a:ext cx="548640" cy="9601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3">
            <a:extLst xmlns:a="http://schemas.openxmlformats.org/drawingml/2006/main">
              <a:ext uri="{FF2B5EF4-FFF2-40B4-BE49-F238E27FC236}">
                <a16:creationId xmlns:a16="http://schemas.microsoft.com/office/drawing/2014/main" id="{6D591E7A-DEF1-4CF9-8653-B003116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697730"/>
            <a:ext cx="1706880" cy="30861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4">
            <a:extLst xmlns:a="http://schemas.openxmlformats.org/drawingml/2006/main">
              <a:ext uri="{FF2B5EF4-FFF2-40B4-BE49-F238E27FC236}">
                <a16:creationId xmlns:a16="http://schemas.microsoft.com/office/drawing/2014/main" id="{15A7F59B-5F42-45E0-AC7C-670AEF8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8940"/>
            <a:ext cx="548640" cy="96012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0">
            <a:extLst xmlns:a="http://schemas.openxmlformats.org/drawingml/2006/main">
              <a:ext uri="{FF2B5EF4-FFF2-40B4-BE49-F238E27FC236}">
                <a16:creationId xmlns:a16="http://schemas.microsoft.com/office/drawing/2014/main" id="{43B41D9D-1743-4E8B-8791-68B81F03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1680210"/>
            <a:ext cx="390144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0">
            <a:extLst xmlns:a="http://schemas.openxmlformats.org/drawingml/2006/main">
              <a:ext uri="{FF2B5EF4-FFF2-40B4-BE49-F238E27FC236}">
                <a16:creationId xmlns:a16="http://schemas.microsoft.com/office/drawing/2014/main" id="{CD3752FC-2D25-45C3-8521-DA878C6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51660"/>
            <a:ext cx="3413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8" name="b0">
            <a:extLst xmlns:a="http://schemas.openxmlformats.org/drawingml/2006/main">
              <a:ext uri="{FF2B5EF4-FFF2-40B4-BE49-F238E27FC236}">
                <a16:creationId xmlns:a16="http://schemas.microsoft.com/office/drawing/2014/main" id="{363BD054-0079-4220-ACC2-9C405668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97430"/>
            <a:ext cx="341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收集现象与事实依据</a:t>
            </a:r>
          </a:p>
        </p:txBody>
      </p:sp>
      <p:sp>
        <p:nvSpPr>
          <p:cNvPr id="9" name="n1">
            <a:extLst xmlns:a="http://schemas.openxmlformats.org/drawingml/2006/main">
              <a:ext uri="{FF2B5EF4-FFF2-40B4-BE49-F238E27FC236}">
                <a16:creationId xmlns:a16="http://schemas.microsoft.com/office/drawing/2014/main" id="{1789DC13-9E60-4F7B-91A7-BE79DFF4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80210"/>
            <a:ext cx="390144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1">
            <a:extLst xmlns:a="http://schemas.openxmlformats.org/drawingml/2006/main">
              <a:ext uri="{FF2B5EF4-FFF2-40B4-BE49-F238E27FC236}">
                <a16:creationId xmlns:a16="http://schemas.microsoft.com/office/drawing/2014/main" id="{051342EC-3665-440B-9335-639AFE1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1851660"/>
            <a:ext cx="3413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分析原因</a:t>
            </a:r>
          </a:p>
        </p:txBody>
      </p:sp>
      <p:sp>
        <p:nvSpPr>
          <p:cNvPr id="11" name="b1">
            <a:extLst xmlns:a="http://schemas.openxmlformats.org/drawingml/2006/main">
              <a:ext uri="{FF2B5EF4-FFF2-40B4-BE49-F238E27FC236}">
                <a16:creationId xmlns:a16="http://schemas.microsoft.com/office/drawing/2014/main" id="{026EFA21-4572-414E-AF8A-DAECAF83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2297430"/>
            <a:ext cx="341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定位原因与影响范围</a:t>
            </a:r>
          </a:p>
        </p:txBody>
      </p:sp>
      <p:sp>
        <p:nvSpPr>
          <p:cNvPr id="12" name="n2">
            <a:extLst xmlns:a="http://schemas.openxmlformats.org/drawingml/2006/main">
              <a:ext uri="{FF2B5EF4-FFF2-40B4-BE49-F238E27FC236}">
                <a16:creationId xmlns:a16="http://schemas.microsoft.com/office/drawing/2014/main" id="{168C2452-B522-4577-BBEB-414B32B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390144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2">
            <a:extLst xmlns:a="http://schemas.openxmlformats.org/drawingml/2006/main">
              <a:ext uri="{FF2B5EF4-FFF2-40B4-BE49-F238E27FC236}">
                <a16:creationId xmlns:a16="http://schemas.microsoft.com/office/drawing/2014/main" id="{C52E9BB5-CCA9-4BE1-B438-EE6CF000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57700"/>
            <a:ext cx="3413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执行改进</a:t>
            </a:r>
          </a:p>
        </p:txBody>
      </p:sp>
      <p:sp>
        <p:nvSpPr>
          <p:cNvPr id="14" name="b2">
            <a:extLst xmlns:a="http://schemas.openxmlformats.org/drawingml/2006/main">
              <a:ext uri="{FF2B5EF4-FFF2-40B4-BE49-F238E27FC236}">
                <a16:creationId xmlns:a16="http://schemas.microsoft.com/office/drawing/2014/main" id="{B1C5D543-EB90-4421-B51D-13044A4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903470"/>
            <a:ext cx="341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落实措施与责任分工</a:t>
            </a:r>
          </a:p>
        </p:txBody>
      </p:sp>
      <p:sp>
        <p:nvSpPr>
          <p:cNvPr id="15" name="n3">
            <a:extLst xmlns:a="http://schemas.openxmlformats.org/drawingml/2006/main">
              <a:ext uri="{FF2B5EF4-FFF2-40B4-BE49-F238E27FC236}">
                <a16:creationId xmlns:a16="http://schemas.microsoft.com/office/drawing/2014/main" id="{3F1BA6C6-35A2-4955-8C62-776F1762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4286250"/>
            <a:ext cx="390144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3">
            <a:extLst xmlns:a="http://schemas.openxmlformats.org/drawingml/2006/main">
              <a:ext uri="{FF2B5EF4-FFF2-40B4-BE49-F238E27FC236}">
                <a16:creationId xmlns:a16="http://schemas.microsoft.com/office/drawing/2014/main" id="{0FA3FACA-5160-4EBA-A3A3-6B4ACCE5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3413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核验反馈</a:t>
            </a:r>
          </a:p>
        </p:txBody>
      </p:sp>
      <p:sp>
        <p:nvSpPr>
          <p:cNvPr id="17" name="b3">
            <a:extLst xmlns:a="http://schemas.openxmlformats.org/drawingml/2006/main">
              <a:ext uri="{FF2B5EF4-FFF2-40B4-BE49-F238E27FC236}">
                <a16:creationId xmlns:a16="http://schemas.microsoft.com/office/drawing/2014/main" id="{7BB1AC36-E27F-48FF-9F24-5ADB20F5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3470"/>
            <a:ext cx="341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检验结果并返回下一轮</a:t>
            </a:r>
          </a:p>
        </p:txBody>
      </p:sp>
    </p:spTree>
    <p:extLst>
      <p:ext uri="{BB962C8B-B14F-4D97-AF65-F5344CB8AC3E}">
        <p14:creationId xmlns:p14="http://schemas.microsoft.com/office/powerpoint/2010/main" val="772968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A3558043-8E4D-4D31-B5A4-7EB69950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阶段推进路径</a:t>
            </a:r>
          </a:p>
        </p:txBody>
      </p:sp>
      <p:sp>
        <p:nvSpPr>
          <p:cNvPr id="2" name="timeline">
            <a:extLst xmlns:a="http://schemas.openxmlformats.org/drawingml/2006/main">
              <a:ext uri="{FF2B5EF4-FFF2-40B4-BE49-F238E27FC236}">
                <a16:creationId xmlns:a16="http://schemas.microsoft.com/office/drawing/2014/main" id="{5696FED6-ED97-4594-9DB5-CED5E81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3566160"/>
            <a:ext cx="9875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ot0">
            <a:extLst xmlns:a="http://schemas.openxmlformats.org/drawingml/2006/main">
              <a:ext uri="{FF2B5EF4-FFF2-40B4-BE49-F238E27FC236}">
                <a16:creationId xmlns:a16="http://schemas.microsoft.com/office/drawing/2014/main" id="{25218264-E586-411E-8AF8-AC3E7F7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" y="3449574"/>
            <a:ext cx="268224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m0">
            <a:extLst xmlns:a="http://schemas.openxmlformats.org/drawingml/2006/main">
              <a:ext uri="{FF2B5EF4-FFF2-40B4-BE49-F238E27FC236}">
                <a16:creationId xmlns:a16="http://schemas.microsoft.com/office/drawing/2014/main" id="{FFCCDE9E-646D-4F94-94F1-18BE9457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086100"/>
            <a:ext cx="18288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te0">
            <a:extLst xmlns:a="http://schemas.openxmlformats.org/drawingml/2006/main">
              <a:ext uri="{FF2B5EF4-FFF2-40B4-BE49-F238E27FC236}">
                <a16:creationId xmlns:a16="http://schemas.microsoft.com/office/drawing/2014/main" id="{AC3601F6-B39E-4D56-91C1-329224F6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1680210"/>
            <a:ext cx="243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6" name="h0">
            <a:extLst xmlns:a="http://schemas.openxmlformats.org/drawingml/2006/main">
              <a:ext uri="{FF2B5EF4-FFF2-40B4-BE49-F238E27FC236}">
                <a16:creationId xmlns:a16="http://schemas.microsoft.com/office/drawing/2014/main" id="{740603C4-3E81-4D3D-9480-DE0C8AF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160270"/>
            <a:ext cx="2438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启动准备</a:t>
            </a:r>
          </a:p>
        </p:txBody>
      </p:sp>
      <p:sp>
        <p:nvSpPr>
          <p:cNvPr id="7" name="b0">
            <a:extLst xmlns:a="http://schemas.openxmlformats.org/drawingml/2006/main">
              <a:ext uri="{FF2B5EF4-FFF2-40B4-BE49-F238E27FC236}">
                <a16:creationId xmlns:a16="http://schemas.microsoft.com/office/drawing/2014/main" id="{D279332C-C332-4C1F-A559-73BED55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2571750"/>
            <a:ext cx="2438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确认范围与基础材料</a:t>
            </a:r>
          </a:p>
        </p:txBody>
      </p:sp>
      <p:sp>
        <p:nvSpPr>
          <p:cNvPr id="8" name="dot1">
            <a:extLst xmlns:a="http://schemas.openxmlformats.org/drawingml/2006/main">
              <a:ext uri="{FF2B5EF4-FFF2-40B4-BE49-F238E27FC236}">
                <a16:creationId xmlns:a16="http://schemas.microsoft.com/office/drawing/2014/main" id="{E35EEFDD-3744-4215-9C9E-DB8EDB20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320" y="3449574"/>
            <a:ext cx="268224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m1">
            <a:extLst xmlns:a="http://schemas.openxmlformats.org/drawingml/2006/main">
              <a:ext uri="{FF2B5EF4-FFF2-40B4-BE49-F238E27FC236}">
                <a16:creationId xmlns:a16="http://schemas.microsoft.com/office/drawing/2014/main" id="{284B4BA6-1FCD-48AF-A899-3C5ECCF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66160"/>
            <a:ext cx="18288" cy="308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ate1">
            <a:extLst xmlns:a="http://schemas.openxmlformats.org/drawingml/2006/main">
              <a:ext uri="{FF2B5EF4-FFF2-40B4-BE49-F238E27FC236}">
                <a16:creationId xmlns:a16="http://schemas.microsoft.com/office/drawing/2014/main" id="{04ACD695-F0A2-4B05-925A-E45C8C6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4046220"/>
            <a:ext cx="243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1" name="h1">
            <a:extLst xmlns:a="http://schemas.openxmlformats.org/drawingml/2006/main">
              <a:ext uri="{FF2B5EF4-FFF2-40B4-BE49-F238E27FC236}">
                <a16:creationId xmlns:a16="http://schemas.microsoft.com/office/drawing/2014/main" id="{C325359E-95D5-43B9-AEBD-963617F3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4526280"/>
            <a:ext cx="2438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方案确认</a:t>
            </a:r>
          </a:p>
        </p:txBody>
      </p:sp>
      <p:sp>
        <p:nvSpPr>
          <p:cNvPr id="12" name="b1">
            <a:extLst xmlns:a="http://schemas.openxmlformats.org/drawingml/2006/main">
              <a:ext uri="{FF2B5EF4-FFF2-40B4-BE49-F238E27FC236}">
                <a16:creationId xmlns:a16="http://schemas.microsoft.com/office/drawing/2014/main" id="{909D4396-75B8-4427-8AF5-6E3B225E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4937760"/>
            <a:ext cx="2438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完成评审与任务安排</a:t>
            </a:r>
          </a:p>
        </p:txBody>
      </p:sp>
      <p:sp>
        <p:nvSpPr>
          <p:cNvPr id="13" name="dot2">
            <a:extLst xmlns:a="http://schemas.openxmlformats.org/drawingml/2006/main">
              <a:ext uri="{FF2B5EF4-FFF2-40B4-BE49-F238E27FC236}">
                <a16:creationId xmlns:a16="http://schemas.microsoft.com/office/drawing/2014/main" id="{E3E5FF75-A961-4674-AAAF-37A0208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3449574"/>
            <a:ext cx="268224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m2">
            <a:extLst xmlns:a="http://schemas.openxmlformats.org/drawingml/2006/main">
              <a:ext uri="{FF2B5EF4-FFF2-40B4-BE49-F238E27FC236}">
                <a16:creationId xmlns:a16="http://schemas.microsoft.com/office/drawing/2014/main" id="{647A1784-0A69-4023-82E0-A1E11B3E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86100"/>
            <a:ext cx="18288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ate2">
            <a:extLst xmlns:a="http://schemas.openxmlformats.org/drawingml/2006/main">
              <a:ext uri="{FF2B5EF4-FFF2-40B4-BE49-F238E27FC236}">
                <a16:creationId xmlns:a16="http://schemas.microsoft.com/office/drawing/2014/main" id="{4878F430-25B2-421D-AFB8-638D30EA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1680210"/>
            <a:ext cx="243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6" name="h2">
            <a:extLst xmlns:a="http://schemas.openxmlformats.org/drawingml/2006/main">
              <a:ext uri="{FF2B5EF4-FFF2-40B4-BE49-F238E27FC236}">
                <a16:creationId xmlns:a16="http://schemas.microsoft.com/office/drawing/2014/main" id="{8D007402-6EC2-4860-8607-347F66EE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2160270"/>
            <a:ext cx="2438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实施推进</a:t>
            </a:r>
          </a:p>
        </p:txBody>
      </p:sp>
      <p:sp>
        <p:nvSpPr>
          <p:cNvPr id="17" name="b2">
            <a:extLst xmlns:a="http://schemas.openxmlformats.org/drawingml/2006/main">
              <a:ext uri="{FF2B5EF4-FFF2-40B4-BE49-F238E27FC236}">
                <a16:creationId xmlns:a16="http://schemas.microsoft.com/office/drawing/2014/main" id="{B86BC1EE-1EF2-493C-837C-FF030FD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2571750"/>
            <a:ext cx="2438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开展建设并跟踪问题</a:t>
            </a:r>
          </a:p>
        </p:txBody>
      </p:sp>
      <p:sp>
        <p:nvSpPr>
          <p:cNvPr id="18" name="dot3">
            <a:extLst xmlns:a="http://schemas.openxmlformats.org/drawingml/2006/main">
              <a:ext uri="{FF2B5EF4-FFF2-40B4-BE49-F238E27FC236}">
                <a16:creationId xmlns:a16="http://schemas.microsoft.com/office/drawing/2014/main" id="{B79EBCCE-8020-4A1C-A473-14AAFC35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3449574"/>
            <a:ext cx="268224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m3">
            <a:extLst xmlns:a="http://schemas.openxmlformats.org/drawingml/2006/main">
              <a:ext uri="{FF2B5EF4-FFF2-40B4-BE49-F238E27FC236}">
                <a16:creationId xmlns:a16="http://schemas.microsoft.com/office/drawing/2014/main" id="{CBC28A30-4A13-4B16-9ADD-BBF8CC22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3566160"/>
            <a:ext cx="18288" cy="308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ate3">
            <a:extLst xmlns:a="http://schemas.openxmlformats.org/drawingml/2006/main">
              <a:ext uri="{FF2B5EF4-FFF2-40B4-BE49-F238E27FC236}">
                <a16:creationId xmlns:a16="http://schemas.microsoft.com/office/drawing/2014/main" id="{E6F8B7BD-D310-4BD1-ADD6-1FA9EAE1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4046220"/>
            <a:ext cx="243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21" name="h3">
            <a:extLst xmlns:a="http://schemas.openxmlformats.org/drawingml/2006/main">
              <a:ext uri="{FF2B5EF4-FFF2-40B4-BE49-F238E27FC236}">
                <a16:creationId xmlns:a16="http://schemas.microsoft.com/office/drawing/2014/main" id="{F962F0C9-E72B-40C7-84C6-81AD7C7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4526280"/>
            <a:ext cx="2438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交付验收</a:t>
            </a:r>
          </a:p>
        </p:txBody>
      </p:sp>
      <p:sp>
        <p:nvSpPr>
          <p:cNvPr id="22" name="b3">
            <a:extLst xmlns:a="http://schemas.openxmlformats.org/drawingml/2006/main">
              <a:ext uri="{FF2B5EF4-FFF2-40B4-BE49-F238E27FC236}">
                <a16:creationId xmlns:a16="http://schemas.microsoft.com/office/drawing/2014/main" id="{C40EFA9C-C85D-4219-BA37-CE1F572E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4937760"/>
            <a:ext cx="24384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核验成果与交接资料</a:t>
            </a:r>
          </a:p>
        </p:txBody>
      </p:sp>
    </p:spTree>
    <p:extLst>
      <p:ext uri="{BB962C8B-B14F-4D97-AF65-F5344CB8AC3E}">
        <p14:creationId xmlns:p14="http://schemas.microsoft.com/office/powerpoint/2010/main" val="192621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FCCF2C-B636-497A-A125-A3999F5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任务与阶段安排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9F775410-1176-4DD7-B26E-0D22132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268730"/>
            <a:ext cx="1085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按任务与阶段明确安排，具体日期以实际计划为准。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5735C-95DA-4A25-81C6-01D3C1552667}"/>
              </a:ext>
            </a:extLst>
          </p:cNvPr>
          <p:cNvGraphicFramePr/>
          <p:nvPr/>
        </p:nvGraphicFramePr>
        <p:xfrm>
          <a:off xmlns:a="http://schemas.openxmlformats.org/drawingml/2006/main" x="670560" y="2057400"/>
          <a:ext xmlns:a="http://schemas.openxmlformats.org/drawingml/2006/main" cx="1085088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0176"/>
                <a:gridCol w="2170176"/>
                <a:gridCol w="2170176"/>
                <a:gridCol w="2170176"/>
                <a:gridCol w="2170176"/>
              </a:tblGrid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工作任务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联调阶段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交付阶段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资料梳理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开展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系统实施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开展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完善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联调核验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开展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交付整理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开展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499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50E1CD-D614-44C4-B3D2-915B0CE1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方案对比与选择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F4B45-D00E-4A44-8BE3-6C602AED24F0}"/>
              </a:ext>
            </a:extLst>
          </p:cNvPr>
          <p:cNvGraphicFramePr/>
          <p:nvPr/>
        </p:nvGraphicFramePr>
        <p:xfrm>
          <a:off xmlns:a="http://schemas.openxmlformats.org/drawingml/2006/main" x="670560" y="1714500"/>
          <a:ext xmlns:a="http://schemas.openxmlformats.org/drawingml/2006/main" cx="10850880" cy="32918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6960"/>
                <a:gridCol w="3616960"/>
                <a:gridCol w="3616960"/>
              </a:tblGrid>
              <a:tr h="82296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方案甲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方案乙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T w="9525">
                      <a:solidFill>
                        <a:srgbClr val="CEDFE4"/>
                      </a:solidFill>
                      <a:prstDash val="solid"/>
                    </a:lnT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137F9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实施范围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集中建设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分阶段建设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资源组织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统一组织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分批组织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验收方式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EDFE4"/>
                      </a:solidFill>
                      <a:prstDash val="solid"/>
                    </a:lnL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整体核验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分阶段核验</a:t>
                      </a:r>
                    </a:p>
                  </a:txBody>
                  <a:tcPr marL="114300" marR="114300" marT="95250" marB="95250" anchor="ctr">
                    <a:lnR w="9525">
                      <a:solidFill>
                        <a:srgbClr val="CEDFE4"/>
                      </a:solidFill>
                      <a:prstDash val="solid"/>
                    </a:lnR>
                    <a:lnB w="9525">
                      <a:solidFill>
                        <a:srgbClr val="CEDFE4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D99F8947-9D8C-4E73-803D-78E099FC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541782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应结合实际约束与证据作出选择，示例表不代表业务结论。</a:t>
            </a:r>
          </a:p>
        </p:txBody>
      </p:sp>
    </p:spTree>
    <p:extLst>
      <p:ext uri="{BB962C8B-B14F-4D97-AF65-F5344CB8AC3E}">
        <p14:creationId xmlns:p14="http://schemas.microsoft.com/office/powerpoint/2010/main" val="925920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BBF6D412-B8CC-44BA-AF2E-6A9DE6A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任务优先级分析</a:t>
            </a:r>
          </a:p>
        </p:txBody>
      </p:sp>
      <p:sp>
        <p:nvSpPr>
          <p:cNvPr id="2" name="axisv">
            <a:extLst xmlns:a="http://schemas.openxmlformats.org/drawingml/2006/main">
              <a:ext uri="{FF2B5EF4-FFF2-40B4-BE49-F238E27FC236}">
                <a16:creationId xmlns:a16="http://schemas.microsoft.com/office/drawing/2014/main" id="{A9CCF7E3-A526-4552-BE15-4F9FD3B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384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h">
            <a:extLst xmlns:a="http://schemas.openxmlformats.org/drawingml/2006/main">
              <a:ext uri="{FF2B5EF4-FFF2-40B4-BE49-F238E27FC236}">
                <a16:creationId xmlns:a16="http://schemas.microsoft.com/office/drawing/2014/main" id="{E35FE194-2C07-4206-BB14-B2A12D8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69030"/>
            <a:ext cx="999744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xlabel">
            <a:extLst xmlns:a="http://schemas.openxmlformats.org/drawingml/2006/main">
              <a:ext uri="{FF2B5EF4-FFF2-40B4-BE49-F238E27FC236}">
                <a16:creationId xmlns:a16="http://schemas.microsoft.com/office/drawing/2014/main" id="{0ABD7EC4-F254-4A37-A76C-D3367D0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080" y="569214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实施条件成熟度</a:t>
            </a:r>
          </a:p>
        </p:txBody>
      </p:sp>
      <p:sp>
        <p:nvSpPr>
          <p:cNvPr id="5" name="ylabel">
            <a:extLst xmlns:a="http://schemas.openxmlformats.org/drawingml/2006/main">
              <a:ext uri="{FF2B5EF4-FFF2-40B4-BE49-F238E27FC236}">
                <a16:creationId xmlns:a16="http://schemas.microsoft.com/office/drawing/2014/main" id="{9DFC7506-97F9-4D41-9E09-F25ECAF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126873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业务影响程度</a:t>
            </a:r>
          </a:p>
        </p:txBody>
      </p:sp>
      <p:sp>
        <p:nvSpPr>
          <p:cNvPr id="6" name="h0">
            <a:extLst xmlns:a="http://schemas.openxmlformats.org/drawingml/2006/main">
              <a:ext uri="{FF2B5EF4-FFF2-40B4-BE49-F238E27FC236}">
                <a16:creationId xmlns:a16="http://schemas.microsoft.com/office/drawing/2014/main" id="{CAB65863-4B47-43A7-94AA-C7D4BF2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057400"/>
            <a:ext cx="37795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重点攻关</a:t>
            </a:r>
          </a:p>
        </p:txBody>
      </p:sp>
      <p:sp>
        <p:nvSpPr>
          <p:cNvPr id="7" name="b0">
            <a:extLst xmlns:a="http://schemas.openxmlformats.org/drawingml/2006/main">
              <a:ext uri="{FF2B5EF4-FFF2-40B4-BE49-F238E27FC236}">
                <a16:creationId xmlns:a16="http://schemas.microsoft.com/office/drawing/2014/main" id="{BB18BFFC-054C-4520-A006-3C2E4C9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06040"/>
            <a:ext cx="377952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影响较高，仍需补足关键实施条件。</a:t>
            </a:r>
          </a:p>
        </p:txBody>
      </p:sp>
      <p:sp>
        <p:nvSpPr>
          <p:cNvPr id="8" name="h1">
            <a:extLst xmlns:a="http://schemas.openxmlformats.org/drawingml/2006/main">
              <a:ext uri="{FF2B5EF4-FFF2-40B4-BE49-F238E27FC236}">
                <a16:creationId xmlns:a16="http://schemas.microsoft.com/office/drawing/2014/main" id="{C4556DC9-90D3-47F1-974F-5F7D9DE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2057400"/>
            <a:ext cx="37795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</p:txBody>
      </p:sp>
      <p:sp>
        <p:nvSpPr>
          <p:cNvPr id="9" name="b1">
            <a:extLst xmlns:a="http://schemas.openxmlformats.org/drawingml/2006/main">
              <a:ext uri="{FF2B5EF4-FFF2-40B4-BE49-F238E27FC236}">
                <a16:creationId xmlns:a16="http://schemas.microsoft.com/office/drawing/2014/main" id="{C67B717C-0763-4026-978F-A7B3A045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2606040"/>
            <a:ext cx="377952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影响较高，且已有相应实施基础。</a:t>
            </a:r>
          </a:p>
        </p:txBody>
      </p:sp>
      <p:sp>
        <p:nvSpPr>
          <p:cNvPr id="10" name="h2">
            <a:extLst xmlns:a="http://schemas.openxmlformats.org/drawingml/2006/main">
              <a:ext uri="{FF2B5EF4-FFF2-40B4-BE49-F238E27FC236}">
                <a16:creationId xmlns:a16="http://schemas.microsoft.com/office/drawing/2014/main" id="{EA9B74E4-4584-44A3-BE37-9C7B50A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183380"/>
            <a:ext cx="37795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持续观察</a:t>
            </a:r>
          </a:p>
        </p:txBody>
      </p:sp>
      <p:sp>
        <p:nvSpPr>
          <p:cNvPr id="11" name="b2">
            <a:extLst xmlns:a="http://schemas.openxmlformats.org/drawingml/2006/main">
              <a:ext uri="{FF2B5EF4-FFF2-40B4-BE49-F238E27FC236}">
                <a16:creationId xmlns:a16="http://schemas.microsoft.com/office/drawing/2014/main" id="{0088B86D-B25A-40BD-8DE9-3FE082E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732020"/>
            <a:ext cx="377952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影响与条件尚需进一步核实。</a:t>
            </a:r>
          </a:p>
        </p:txBody>
      </p:sp>
      <p:sp>
        <p:nvSpPr>
          <p:cNvPr id="12" name="h3">
            <a:extLst xmlns:a="http://schemas.openxmlformats.org/drawingml/2006/main">
              <a:ext uri="{FF2B5EF4-FFF2-40B4-BE49-F238E27FC236}">
                <a16:creationId xmlns:a16="http://schemas.microsoft.com/office/drawing/2014/main" id="{49072D6C-C000-4F4D-9A54-FB55BBCD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4183380"/>
            <a:ext cx="37795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按序实施</a:t>
            </a:r>
          </a:p>
        </p:txBody>
      </p:sp>
      <p:sp>
        <p:nvSpPr>
          <p:cNvPr id="13" name="b3">
            <a:extLst xmlns:a="http://schemas.openxmlformats.org/drawingml/2006/main">
              <a:ext uri="{FF2B5EF4-FFF2-40B4-BE49-F238E27FC236}">
                <a16:creationId xmlns:a16="http://schemas.microsoft.com/office/drawing/2014/main" id="{46DDCD10-5A5A-4D50-A3CA-583783B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4732020"/>
            <a:ext cx="377952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条件具备，可结合资源统筹安排。</a:t>
            </a:r>
          </a:p>
        </p:txBody>
      </p:sp>
    </p:spTree>
    <p:extLst>
      <p:ext uri="{BB962C8B-B14F-4D97-AF65-F5344CB8AC3E}">
        <p14:creationId xmlns:p14="http://schemas.microsoft.com/office/powerpoint/2010/main" val="1090330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A8E614E-03C5-4ECC-9B38-73EF03CD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数据趋势与分析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241633A-EF0D-4008-AA98-446A1486374F}"/>
              </a:ext>
            </a:extLst>
          </p:cNvPr>
          <p:cNvGraphicFramePr/>
          <p:nvPr/>
        </p:nvGraphicFramePr>
        <p:xfrm>
          <a:off xmlns:a="http://schemas.openxmlformats.org/drawingml/2006/main" x="670560" y="1714500"/>
          <a:ext xmlns:a="http://schemas.openxmlformats.org/drawingml/2006/main" cx="7437120" cy="38404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faca3f3e7c4e17"/>
          </a:graphicData>
        </a:graphic>
      </p:graphicFrame>
      <p:sp>
        <p:nvSpPr>
          <p:cNvPr id="3" name="unit">
            <a:extLst xmlns:a="http://schemas.openxmlformats.org/drawingml/2006/main">
              <a:ext uri="{FF2B5EF4-FFF2-40B4-BE49-F238E27FC236}">
                <a16:creationId xmlns:a16="http://schemas.microsoft.com/office/drawing/2014/main" id="{27DD5BAA-D246-47A6-9932-0C03A831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268730"/>
            <a:ext cx="54864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6E7B"/>
                </a:solidFill>
                <a:latin typeface="Microsoft YaHei"/>
                <a:ea typeface="Microsoft YaHei"/>
                <a:cs typeface="Microsoft YaHei"/>
              </a:rPr>
              <a:t>数量（仅用于版式演示）</a:t>
            </a:r>
          </a:p>
        </p:txBody>
      </p:sp>
      <p:sp>
        <p:nvSpPr>
          <p:cNvPr id="4" name="finding">
            <a:extLst xmlns:a="http://schemas.openxmlformats.org/drawingml/2006/main">
              <a:ext uri="{FF2B5EF4-FFF2-40B4-BE49-F238E27FC236}">
                <a16:creationId xmlns:a16="http://schemas.microsoft.com/office/drawing/2014/main" id="{42F9C41E-B3F7-4718-8BB2-544D680B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851660"/>
            <a:ext cx="26822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结合证据解释变化</a:t>
            </a:r>
          </a:p>
        </p:txBody>
      </p:sp>
      <p:sp>
        <p:nvSpPr>
          <p:cNvPr id="5" name="analysis">
            <a:extLst xmlns:a="http://schemas.openxmlformats.org/drawingml/2006/main">
              <a:ext uri="{FF2B5EF4-FFF2-40B4-BE49-F238E27FC236}">
                <a16:creationId xmlns:a16="http://schemas.microsoft.com/office/drawing/2014/main" id="{6DBAD660-DCA0-426D-B477-B96FAF00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948940"/>
            <a:ext cx="268224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示例数据仅测试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图表可编辑性。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正式汇报需替换为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真实数据，并保留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统计口径与时间范围。</a:t>
            </a:r>
          </a:p>
        </p:txBody>
      </p:sp>
    </p:spTree>
    <p:extLst>
      <p:ext uri="{BB962C8B-B14F-4D97-AF65-F5344CB8AC3E}">
        <p14:creationId xmlns:p14="http://schemas.microsoft.com/office/powerpoint/2010/main" val="17591250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A25BB200-1CDE-4B12-9D58-CCEEE35D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观点与支撑依据</a:t>
            </a:r>
          </a:p>
        </p:txBody>
      </p:sp>
      <p:sp>
        <p:nvSpPr>
          <p:cNvPr id="2" name="thesis">
            <a:extLst xmlns:a="http://schemas.openxmlformats.org/drawingml/2006/main">
              <a:ext uri="{FF2B5EF4-FFF2-40B4-BE49-F238E27FC236}">
                <a16:creationId xmlns:a16="http://schemas.microsoft.com/office/drawing/2014/main" id="{8D86C07E-F5C3-4CBF-BE50-087048AC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714500"/>
            <a:ext cx="3779520" cy="233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重点观点与支撑依据</a:t>
            </a:r>
          </a:p>
          <a:p xmlns:a="http://schemas.openxmlformats.org/drawingml/2006/main">
            <a:pPr algn="l">
              <a:def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建立清晰主次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EE1315AB-C6A7-4175-8A84-612EDD2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714500"/>
            <a:ext cx="24384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0">
            <a:extLst xmlns:a="http://schemas.openxmlformats.org/drawingml/2006/main">
              <a:ext uri="{FF2B5EF4-FFF2-40B4-BE49-F238E27FC236}">
                <a16:creationId xmlns:a16="http://schemas.microsoft.com/office/drawing/2014/main" id="{F85C744B-637F-4AC0-85F7-3762F50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14500"/>
            <a:ext cx="597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说明问题的具体背景</a:t>
            </a:r>
          </a:p>
        </p:txBody>
      </p:sp>
      <p:sp>
        <p:nvSpPr>
          <p:cNvPr id="5" name="b0">
            <a:extLst xmlns:a="http://schemas.openxmlformats.org/drawingml/2006/main">
              <a:ext uri="{FF2B5EF4-FFF2-40B4-BE49-F238E27FC236}">
                <a16:creationId xmlns:a16="http://schemas.microsoft.com/office/drawing/2014/main" id="{F43FC2E4-4798-4F7E-81DF-83D2C3B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3140"/>
            <a:ext cx="5974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描述对象、场景与现有约束，避免脱离材料泛泛而谈。</a:t>
            </a:r>
          </a:p>
        </p:txBody>
      </p:sp>
      <p:sp>
        <p:nvSpPr>
          <p:cNvPr id="6" name="h1">
            <a:extLst xmlns:a="http://schemas.openxmlformats.org/drawingml/2006/main">
              <a:ext uri="{FF2B5EF4-FFF2-40B4-BE49-F238E27FC236}">
                <a16:creationId xmlns:a16="http://schemas.microsoft.com/office/drawing/2014/main" id="{94836930-2456-4AC1-9F04-111258DE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17520"/>
            <a:ext cx="597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给出判断的事实依据</a:t>
            </a:r>
          </a:p>
        </p:txBody>
      </p:sp>
      <p:sp>
        <p:nvSpPr>
          <p:cNvPr id="7" name="b1">
            <a:extLst xmlns:a="http://schemas.openxmlformats.org/drawingml/2006/main">
              <a:ext uri="{FF2B5EF4-FFF2-40B4-BE49-F238E27FC236}">
                <a16:creationId xmlns:a16="http://schemas.microsoft.com/office/drawing/2014/main" id="{A1D26172-63C6-414C-BD59-0BE245E5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66160"/>
            <a:ext cx="5974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保留重要限定语、数据口径与出处，让观点可核验。</a:t>
            </a:r>
          </a:p>
        </p:txBody>
      </p:sp>
      <p:sp>
        <p:nvSpPr>
          <p:cNvPr id="8" name="h2">
            <a:extLst xmlns:a="http://schemas.openxmlformats.org/drawingml/2006/main">
              <a:ext uri="{FF2B5EF4-FFF2-40B4-BE49-F238E27FC236}">
                <a16:creationId xmlns:a16="http://schemas.microsoft.com/office/drawing/2014/main" id="{FDD4EDBF-4430-494D-AA82-5328958C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20540"/>
            <a:ext cx="59740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明确后续行动的边界</a:t>
            </a:r>
          </a:p>
        </p:txBody>
      </p:sp>
      <p:sp>
        <p:nvSpPr>
          <p:cNvPr id="9" name="b2">
            <a:extLst xmlns:a="http://schemas.openxmlformats.org/drawingml/2006/main">
              <a:ext uri="{FF2B5EF4-FFF2-40B4-BE49-F238E27FC236}">
                <a16:creationId xmlns:a16="http://schemas.microsoft.com/office/drawing/2014/main" id="{52C4F95D-6C5D-4565-934E-0221207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69180"/>
            <a:ext cx="59740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说明适用范围与工作安排，不添加材料之外的承诺。</a:t>
            </a:r>
          </a:p>
        </p:txBody>
      </p:sp>
    </p:spTree>
    <p:extLst>
      <p:ext uri="{BB962C8B-B14F-4D97-AF65-F5344CB8AC3E}">
        <p14:creationId xmlns:p14="http://schemas.microsoft.com/office/powerpoint/2010/main" val="756343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E4815CFD-42BD-4BC1-AE7D-54E3073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问题、原因与措施</a:t>
            </a:r>
          </a:p>
        </p:txBody>
      </p:sp>
      <p:sp>
        <p:nvSpPr>
          <p:cNvPr id="2" name="col0">
            <a:extLst xmlns:a="http://schemas.openxmlformats.org/drawingml/2006/main">
              <a:ext uri="{FF2B5EF4-FFF2-40B4-BE49-F238E27FC236}">
                <a16:creationId xmlns:a16="http://schemas.microsoft.com/office/drawing/2014/main" id="{64927DBC-AF74-47D4-A9DD-87C3E558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508760"/>
            <a:ext cx="329184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现场问题</a:t>
            </a:r>
          </a:p>
        </p:txBody>
      </p:sp>
      <p:sp>
        <p:nvSpPr>
          <p:cNvPr id="3" name="col1">
            <a:extLst xmlns:a="http://schemas.openxmlformats.org/drawingml/2006/main">
              <a:ext uri="{FF2B5EF4-FFF2-40B4-BE49-F238E27FC236}">
                <a16:creationId xmlns:a16="http://schemas.microsoft.com/office/drawing/2014/main" id="{3F7547C8-FFFC-4D65-B0A6-C880EA11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329184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原因分析</a:t>
            </a:r>
          </a:p>
        </p:txBody>
      </p:sp>
      <p:sp>
        <p:nvSpPr>
          <p:cNvPr id="4" name="col2">
            <a:extLst xmlns:a="http://schemas.openxmlformats.org/drawingml/2006/main">
              <a:ext uri="{FF2B5EF4-FFF2-40B4-BE49-F238E27FC236}">
                <a16:creationId xmlns:a16="http://schemas.microsoft.com/office/drawing/2014/main" id="{FA776AB5-9277-40B2-BC2A-84AA0239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508760"/>
            <a:ext cx="329184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对应措施</a:t>
            </a:r>
          </a:p>
        </p:txBody>
      </p:sp>
      <p:sp>
        <p:nvSpPr>
          <p:cNvPr id="5" name="row0">
            <a:extLst xmlns:a="http://schemas.openxmlformats.org/drawingml/2006/main">
              <a:ext uri="{FF2B5EF4-FFF2-40B4-BE49-F238E27FC236}">
                <a16:creationId xmlns:a16="http://schemas.microsoft.com/office/drawing/2014/main" id="{109DF72C-1118-4BDE-ADA7-6C8A02C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360420"/>
            <a:ext cx="107289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0c0">
            <a:extLst xmlns:a="http://schemas.openxmlformats.org/drawingml/2006/main">
              <a:ext uri="{FF2B5EF4-FFF2-40B4-BE49-F238E27FC236}">
                <a16:creationId xmlns:a16="http://schemas.microsoft.com/office/drawing/2014/main" id="{5C671B38-E22F-4192-8071-571C7581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246888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交接信息不完整</a:t>
            </a:r>
          </a:p>
        </p:txBody>
      </p:sp>
      <p:sp>
        <p:nvSpPr>
          <p:cNvPr id="7" name="r0c1">
            <a:extLst xmlns:a="http://schemas.openxmlformats.org/drawingml/2006/main">
              <a:ext uri="{FF2B5EF4-FFF2-40B4-BE49-F238E27FC236}">
                <a16:creationId xmlns:a16="http://schemas.microsoft.com/office/drawing/2014/main" id="{4543CC85-4046-4351-B3B0-20DD8D5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6888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记录口径尚未统一</a:t>
            </a:r>
          </a:p>
        </p:txBody>
      </p:sp>
      <p:sp>
        <p:nvSpPr>
          <p:cNvPr id="8" name="r0c2">
            <a:extLst xmlns:a="http://schemas.openxmlformats.org/drawingml/2006/main">
              <a:ext uri="{FF2B5EF4-FFF2-40B4-BE49-F238E27FC236}">
                <a16:creationId xmlns:a16="http://schemas.microsoft.com/office/drawing/2014/main" id="{DF6E2AFB-C115-486F-ABE5-3D17B702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246888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明确交接清单与责任</a:t>
            </a:r>
          </a:p>
        </p:txBody>
      </p:sp>
      <p:sp>
        <p:nvSpPr>
          <p:cNvPr id="9" name="row1">
            <a:extLst xmlns:a="http://schemas.openxmlformats.org/drawingml/2006/main">
              <a:ext uri="{FF2B5EF4-FFF2-40B4-BE49-F238E27FC236}">
                <a16:creationId xmlns:a16="http://schemas.microsoft.com/office/drawing/2014/main" id="{456569F1-981C-4946-8BF7-55EC8F5A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4491990"/>
            <a:ext cx="107289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1c0">
            <a:extLst xmlns:a="http://schemas.openxmlformats.org/drawingml/2006/main">
              <a:ext uri="{FF2B5EF4-FFF2-40B4-BE49-F238E27FC236}">
                <a16:creationId xmlns:a16="http://schemas.microsoft.com/office/drawing/2014/main" id="{86054073-2899-45E5-8047-7BF48B98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60045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过程进度难追踪</a:t>
            </a:r>
          </a:p>
        </p:txBody>
      </p:sp>
      <p:sp>
        <p:nvSpPr>
          <p:cNvPr id="11" name="r1c1">
            <a:extLst xmlns:a="http://schemas.openxmlformats.org/drawingml/2006/main">
              <a:ext uri="{FF2B5EF4-FFF2-40B4-BE49-F238E27FC236}">
                <a16:creationId xmlns:a16="http://schemas.microsoft.com/office/drawing/2014/main" id="{CD62E6CE-F0FD-4B5F-A3BE-EFCA4215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0045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任务与状态记录分散</a:t>
            </a:r>
          </a:p>
        </p:txBody>
      </p:sp>
      <p:sp>
        <p:nvSpPr>
          <p:cNvPr id="12" name="r1c2">
            <a:extLst xmlns:a="http://schemas.openxmlformats.org/drawingml/2006/main">
              <a:ext uri="{FF2B5EF4-FFF2-40B4-BE49-F238E27FC236}">
                <a16:creationId xmlns:a16="http://schemas.microsoft.com/office/drawing/2014/main" id="{7C4E2716-4476-46B5-89DF-A5F1F66D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360045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建立统一过程台账</a:t>
            </a:r>
          </a:p>
        </p:txBody>
      </p:sp>
      <p:sp>
        <p:nvSpPr>
          <p:cNvPr id="13" name="row2">
            <a:extLst xmlns:a="http://schemas.openxmlformats.org/drawingml/2006/main">
              <a:ext uri="{FF2B5EF4-FFF2-40B4-BE49-F238E27FC236}">
                <a16:creationId xmlns:a16="http://schemas.microsoft.com/office/drawing/2014/main" id="{9EB43535-9549-4CD5-A267-CADDBBF6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5623560"/>
            <a:ext cx="10728960" cy="102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2c0">
            <a:extLst xmlns:a="http://schemas.openxmlformats.org/drawingml/2006/main">
              <a:ext uri="{FF2B5EF4-FFF2-40B4-BE49-F238E27FC236}">
                <a16:creationId xmlns:a16="http://schemas.microsoft.com/office/drawing/2014/main" id="{87B76815-CC12-462D-820D-21C6778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473202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结果依据难查找</a:t>
            </a:r>
          </a:p>
        </p:txBody>
      </p:sp>
      <p:sp>
        <p:nvSpPr>
          <p:cNvPr id="15" name="r2c1">
            <a:extLst xmlns:a="http://schemas.openxmlformats.org/drawingml/2006/main">
              <a:ext uri="{FF2B5EF4-FFF2-40B4-BE49-F238E27FC236}">
                <a16:creationId xmlns:a16="http://schemas.microsoft.com/office/drawing/2014/main" id="{C10E417F-E0B8-4223-A078-0044FD56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73202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资料归档缺少关联</a:t>
            </a:r>
          </a:p>
        </p:txBody>
      </p:sp>
      <p:sp>
        <p:nvSpPr>
          <p:cNvPr id="16" name="r2c2">
            <a:extLst xmlns:a="http://schemas.openxmlformats.org/drawingml/2006/main">
              <a:ext uri="{FF2B5EF4-FFF2-40B4-BE49-F238E27FC236}">
                <a16:creationId xmlns:a16="http://schemas.microsoft.com/office/drawing/2014/main" id="{026A6C2E-10FC-4395-B5AB-1E027E62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4732020"/>
            <a:ext cx="316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按任务整理结果证据</a:t>
            </a:r>
          </a:p>
        </p:txBody>
      </p:sp>
    </p:spTree>
    <p:extLst>
      <p:ext uri="{BB962C8B-B14F-4D97-AF65-F5344CB8AC3E}">
        <p14:creationId xmlns:p14="http://schemas.microsoft.com/office/powerpoint/2010/main" val="136582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39905A75-1383-4DE3-AFE6-C44FE7A4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77190"/>
            <a:ext cx="1085088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范围与层级关系</a:t>
            </a:r>
          </a:p>
        </p:txBody>
      </p:sp>
      <p:sp>
        <p:nvSpPr>
          <p:cNvPr id="2" name="outer">
            <a:extLst xmlns:a="http://schemas.openxmlformats.org/drawingml/2006/main">
              <a:ext uri="{FF2B5EF4-FFF2-40B4-BE49-F238E27FC236}">
                <a16:creationId xmlns:a16="http://schemas.microsoft.com/office/drawing/2014/main" id="{6869D810-7239-4E6E-BD1F-A55EBFF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1645920"/>
            <a:ext cx="621792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iddle">
            <a:extLst xmlns:a="http://schemas.openxmlformats.org/drawingml/2006/main">
              <a:ext uri="{FF2B5EF4-FFF2-40B4-BE49-F238E27FC236}">
                <a16:creationId xmlns:a16="http://schemas.microsoft.com/office/drawing/2014/main" id="{AD9A8F8B-669B-450A-9A98-B864AEB3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606040"/>
            <a:ext cx="4754880" cy="2674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ner">
            <a:extLst xmlns:a="http://schemas.openxmlformats.org/drawingml/2006/main">
              <a:ext uri="{FF2B5EF4-FFF2-40B4-BE49-F238E27FC236}">
                <a16:creationId xmlns:a16="http://schemas.microsoft.com/office/drawing/2014/main" id="{C148B7D1-13BF-4112-B22A-373AFB5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771900"/>
            <a:ext cx="3291840" cy="1165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ertext">
            <a:extLst xmlns:a="http://schemas.openxmlformats.org/drawingml/2006/main">
              <a:ext uri="{FF2B5EF4-FFF2-40B4-BE49-F238E27FC236}">
                <a16:creationId xmlns:a16="http://schemas.microsoft.com/office/drawing/2014/main" id="{4FBA90ED-C2E9-4F83-B811-64CBCB7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320" y="1954530"/>
            <a:ext cx="52425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总体工作范围</a:t>
            </a:r>
          </a:p>
        </p:txBody>
      </p:sp>
      <p:sp>
        <p:nvSpPr>
          <p:cNvPr id="6" name="midtext">
            <a:extLst xmlns:a="http://schemas.openxmlformats.org/drawingml/2006/main">
              <a:ext uri="{FF2B5EF4-FFF2-40B4-BE49-F238E27FC236}">
                <a16:creationId xmlns:a16="http://schemas.microsoft.com/office/drawing/2014/main" id="{145E09C2-1096-40C7-8AEA-406829B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14650"/>
            <a:ext cx="3901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重点实施范围</a:t>
            </a:r>
          </a:p>
        </p:txBody>
      </p:sp>
      <p:sp>
        <p:nvSpPr>
          <p:cNvPr id="7" name="innertext">
            <a:extLst xmlns:a="http://schemas.openxmlformats.org/drawingml/2006/main">
              <a:ext uri="{FF2B5EF4-FFF2-40B4-BE49-F238E27FC236}">
                <a16:creationId xmlns:a16="http://schemas.microsoft.com/office/drawing/2014/main" id="{2C384A2B-D755-4888-9512-66C67A97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28041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本阶段任务</a:t>
            </a:r>
          </a:p>
        </p:txBody>
      </p:sp>
      <p:sp>
        <p:nvSpPr>
          <p:cNvPr id="8" name="head">
            <a:extLst xmlns:a="http://schemas.openxmlformats.org/drawingml/2006/main">
              <a:ext uri="{FF2B5EF4-FFF2-40B4-BE49-F238E27FC236}">
                <a16:creationId xmlns:a16="http://schemas.microsoft.com/office/drawing/2014/main" id="{EA197329-D9E1-4305-87AC-E578F088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198882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F94"/>
                </a:solidFill>
                <a:latin typeface="Microsoft YaHei"/>
                <a:ea typeface="Microsoft YaHei"/>
                <a:cs typeface="Microsoft YaHei"/>
              </a:rPr>
              <a:t>明确范围与边界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3DBAF39-6F7A-461D-95C4-90C8BB7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3086100"/>
            <a:ext cx="3535680" cy="198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通过包含关系说明总体、重点与当前任务的边界。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D45"/>
                </a:solidFill>
                <a:latin typeface="Microsoft YaHei"/>
                <a:ea typeface="Microsoft YaHei"/>
                <a:cs typeface="Microsoft YaHei"/>
              </a:rPr>
              <a:t>实际范围应以项目材料为依据，不把示意关系当业务事实。</a:t>
            </a:r>
          </a:p>
        </p:txBody>
      </p:sp>
    </p:spTree>
    <p:extLst>
      <p:ext uri="{BB962C8B-B14F-4D97-AF65-F5344CB8AC3E}">
        <p14:creationId xmlns:p14="http://schemas.microsoft.com/office/powerpoint/2010/main" val="860764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2026-10-27T10:35:47.0960000Z</dcterms:created>
  <dcterms:modified xsi:type="dcterms:W3CDTF">2026-10-27T10:35:47.0960000Z</dcterms:modified>
</coreProperties>
</file>