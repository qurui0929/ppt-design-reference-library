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幻灯片版式设计</a:t>
            </a:r>
            <a:endParaRPr lang="en-US" dirty="0"/>
          </a:p>
        </p:txBody>
      </p:sp>
      <p:sp>
        <p:nvSpPr>
          <p:cNvPr id="61" name="任意多边形 60"/>
          <p:cNvSpPr/>
          <p:nvPr/>
        </p:nvSpPr>
        <p:spPr>
          <a:xfrm>
            <a:off x="758475" y="2901797"/>
            <a:ext cx="10635176" cy="3502692"/>
          </a:xfrm>
          <a:custGeom>
            <a:avLst/>
            <a:gdLst>
              <a:gd name="connsiteX0" fmla="*/ 206589 w 10635176"/>
              <a:gd name="connsiteY0" fmla="*/ 0 h 3502692"/>
              <a:gd name="connsiteX1" fmla="*/ 1005839 w 10635176"/>
              <a:gd name="connsiteY1" fmla="*/ 0 h 3502692"/>
              <a:gd name="connsiteX2" fmla="*/ 10428587 w 10635176"/>
              <a:gd name="connsiteY2" fmla="*/ 0 h 3502692"/>
              <a:gd name="connsiteX3" fmla="*/ 10635175 w 10635176"/>
              <a:gd name="connsiteY3" fmla="*/ 0 h 3502692"/>
              <a:gd name="connsiteX4" fmla="*/ 10635175 w 10635176"/>
              <a:gd name="connsiteY4" fmla="*/ 206584 h 3502692"/>
              <a:gd name="connsiteX5" fmla="*/ 10635176 w 10635176"/>
              <a:gd name="connsiteY5" fmla="*/ 206589 h 3502692"/>
              <a:gd name="connsiteX6" fmla="*/ 10635176 w 10635176"/>
              <a:gd name="connsiteY6" fmla="*/ 3296103 h 3502692"/>
              <a:gd name="connsiteX7" fmla="*/ 10635175 w 10635176"/>
              <a:gd name="connsiteY7" fmla="*/ 3296108 h 3502692"/>
              <a:gd name="connsiteX8" fmla="*/ 10635175 w 10635176"/>
              <a:gd name="connsiteY8" fmla="*/ 3502692 h 3502692"/>
              <a:gd name="connsiteX9" fmla="*/ 10428587 w 10635176"/>
              <a:gd name="connsiteY9" fmla="*/ 3502692 h 3502692"/>
              <a:gd name="connsiteX10" fmla="*/ 1005839 w 10635176"/>
              <a:gd name="connsiteY10" fmla="*/ 3502692 h 3502692"/>
              <a:gd name="connsiteX11" fmla="*/ 206589 w 10635176"/>
              <a:gd name="connsiteY11" fmla="*/ 3502692 h 3502692"/>
              <a:gd name="connsiteX12" fmla="*/ 0 w 10635176"/>
              <a:gd name="connsiteY12" fmla="*/ 3296103 h 3502692"/>
              <a:gd name="connsiteX13" fmla="*/ 0 w 10635176"/>
              <a:gd name="connsiteY13" fmla="*/ 206589 h 3502692"/>
              <a:gd name="connsiteX14" fmla="*/ 206589 w 10635176"/>
              <a:gd name="connsiteY14" fmla="*/ 0 h 3502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635176" h="3502692">
                <a:moveTo>
                  <a:pt x="206589" y="0"/>
                </a:moveTo>
                <a:lnTo>
                  <a:pt x="1005839" y="0"/>
                </a:lnTo>
                <a:lnTo>
                  <a:pt x="10428587" y="0"/>
                </a:lnTo>
                <a:lnTo>
                  <a:pt x="10635175" y="0"/>
                </a:lnTo>
                <a:lnTo>
                  <a:pt x="10635175" y="206584"/>
                </a:lnTo>
                <a:lnTo>
                  <a:pt x="10635176" y="206589"/>
                </a:lnTo>
                <a:lnTo>
                  <a:pt x="10635176" y="3296103"/>
                </a:lnTo>
                <a:lnTo>
                  <a:pt x="10635175" y="3296108"/>
                </a:lnTo>
                <a:lnTo>
                  <a:pt x="10635175" y="3502692"/>
                </a:lnTo>
                <a:lnTo>
                  <a:pt x="10428587" y="3502692"/>
                </a:lnTo>
                <a:lnTo>
                  <a:pt x="1005839" y="3502692"/>
                </a:lnTo>
                <a:lnTo>
                  <a:pt x="206589" y="3502692"/>
                </a:lnTo>
                <a:cubicBezTo>
                  <a:pt x="92493" y="3502692"/>
                  <a:pt x="0" y="3410199"/>
                  <a:pt x="0" y="3296103"/>
                </a:cubicBezTo>
                <a:lnTo>
                  <a:pt x="0" y="206589"/>
                </a:lnTo>
                <a:cubicBezTo>
                  <a:pt x="0" y="92493"/>
                  <a:pt x="92493" y="0"/>
                  <a:pt x="20658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矩形 41"/>
          <p:cNvSpPr/>
          <p:nvPr/>
        </p:nvSpPr>
        <p:spPr>
          <a:xfrm>
            <a:off x="1609570" y="3313277"/>
            <a:ext cx="9784080" cy="30912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梯形 31"/>
          <p:cNvSpPr/>
          <p:nvPr/>
        </p:nvSpPr>
        <p:spPr>
          <a:xfrm>
            <a:off x="758475" y="2362200"/>
            <a:ext cx="10604695" cy="441290"/>
          </a:xfrm>
          <a:prstGeom prst="trapezoid">
            <a:avLst>
              <a:gd name="adj" fmla="val 149096"/>
            </a:avLst>
          </a:prstGeom>
          <a:gradFill flip="none" rotWithShape="1">
            <a:gsLst>
              <a:gs pos="27000">
                <a:schemeClr val="bg1">
                  <a:lumMod val="7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16200000" scaled="1"/>
            <a:tileRect/>
          </a:gradFill>
          <a:ln>
            <a:gradFill>
              <a:gsLst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右箭头 3"/>
          <p:cNvSpPr/>
          <p:nvPr/>
        </p:nvSpPr>
        <p:spPr>
          <a:xfrm>
            <a:off x="758475" y="2595825"/>
            <a:ext cx="11090031" cy="93784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343493" y="3504144"/>
            <a:ext cx="1059970" cy="1059970"/>
            <a:chOff x="807720" y="3611880"/>
            <a:chExt cx="1630680" cy="1630680"/>
          </a:xfrm>
        </p:grpSpPr>
        <p:sp>
          <p:nvSpPr>
            <p:cNvPr id="24" name="椭圆 23"/>
            <p:cNvSpPr/>
            <p:nvPr/>
          </p:nvSpPr>
          <p:spPr>
            <a:xfrm>
              <a:off x="807720" y="3611880"/>
              <a:ext cx="1630680" cy="1630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dist="508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935736" y="3739896"/>
              <a:ext cx="1374648" cy="137464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wedding-rings_143155"/>
            <p:cNvSpPr>
              <a:spLocks noChangeAspect="1"/>
            </p:cNvSpPr>
            <p:nvPr/>
          </p:nvSpPr>
          <p:spPr bwMode="auto">
            <a:xfrm>
              <a:off x="1222248" y="4027013"/>
              <a:ext cx="801624" cy="800414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8" name="组合 27"/>
          <p:cNvGrpSpPr/>
          <p:nvPr/>
        </p:nvGrpSpPr>
        <p:grpSpPr>
          <a:xfrm>
            <a:off x="343493" y="4927830"/>
            <a:ext cx="1059970" cy="1059970"/>
            <a:chOff x="807720" y="3611880"/>
            <a:chExt cx="1630680" cy="1630680"/>
          </a:xfrm>
        </p:grpSpPr>
        <p:sp>
          <p:nvSpPr>
            <p:cNvPr id="29" name="椭圆 28"/>
            <p:cNvSpPr/>
            <p:nvPr/>
          </p:nvSpPr>
          <p:spPr>
            <a:xfrm>
              <a:off x="807720" y="3611880"/>
              <a:ext cx="1630680" cy="1630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dist="508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935736" y="3739896"/>
              <a:ext cx="1374648" cy="137464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wedding-rings_143155"/>
            <p:cNvSpPr>
              <a:spLocks noChangeAspect="1"/>
            </p:cNvSpPr>
            <p:nvPr/>
          </p:nvSpPr>
          <p:spPr bwMode="auto">
            <a:xfrm>
              <a:off x="1222248" y="4027013"/>
              <a:ext cx="801624" cy="800414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sp>
        <p:nvSpPr>
          <p:cNvPr id="49" name="任意多边形 48"/>
          <p:cNvSpPr/>
          <p:nvPr/>
        </p:nvSpPr>
        <p:spPr>
          <a:xfrm rot="5400000">
            <a:off x="3165683" y="4723616"/>
            <a:ext cx="3075929" cy="285528"/>
          </a:xfrm>
          <a:custGeom>
            <a:avLst/>
            <a:gdLst>
              <a:gd name="connsiteX0" fmla="*/ 0 w 2985080"/>
              <a:gd name="connsiteY0" fmla="*/ 262484 h 262484"/>
              <a:gd name="connsiteX1" fmla="*/ 66637 w 2985080"/>
              <a:gd name="connsiteY1" fmla="*/ 0 h 262484"/>
              <a:gd name="connsiteX2" fmla="*/ 2985080 w 2985080"/>
              <a:gd name="connsiteY2" fmla="*/ 0 h 262484"/>
              <a:gd name="connsiteX3" fmla="*/ 2985080 w 2985080"/>
              <a:gd name="connsiteY3" fmla="*/ 262484 h 26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5080" h="262484">
                <a:moveTo>
                  <a:pt x="0" y="262484"/>
                </a:moveTo>
                <a:lnTo>
                  <a:pt x="66637" y="0"/>
                </a:lnTo>
                <a:lnTo>
                  <a:pt x="2985080" y="0"/>
                </a:lnTo>
                <a:lnTo>
                  <a:pt x="2985080" y="26248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圆角矩形 32"/>
          <p:cNvSpPr/>
          <p:nvPr/>
        </p:nvSpPr>
        <p:spPr>
          <a:xfrm>
            <a:off x="1579090" y="3313277"/>
            <a:ext cx="3044750" cy="1539409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XXXXXXXXXXXXXXXXXXXXXXXXXXXXXXXXXXXXXXXXXXXXX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1579090" y="4869794"/>
            <a:ext cx="3044750" cy="1539409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XXXXXXXXXXXXXXXXXXXXXXXXXXXXXXXXXXXXXXXXXXXXX</a:t>
            </a:r>
          </a:p>
        </p:txBody>
      </p:sp>
      <p:sp>
        <p:nvSpPr>
          <p:cNvPr id="52" name="任意多边形 51"/>
          <p:cNvSpPr/>
          <p:nvPr/>
        </p:nvSpPr>
        <p:spPr>
          <a:xfrm rot="5400000">
            <a:off x="6439303" y="4723616"/>
            <a:ext cx="3075929" cy="285528"/>
          </a:xfrm>
          <a:custGeom>
            <a:avLst/>
            <a:gdLst>
              <a:gd name="connsiteX0" fmla="*/ 0 w 2985080"/>
              <a:gd name="connsiteY0" fmla="*/ 262484 h 262484"/>
              <a:gd name="connsiteX1" fmla="*/ 66637 w 2985080"/>
              <a:gd name="connsiteY1" fmla="*/ 0 h 262484"/>
              <a:gd name="connsiteX2" fmla="*/ 2985080 w 2985080"/>
              <a:gd name="connsiteY2" fmla="*/ 0 h 262484"/>
              <a:gd name="connsiteX3" fmla="*/ 2985080 w 2985080"/>
              <a:gd name="connsiteY3" fmla="*/ 262484 h 26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5080" h="262484">
                <a:moveTo>
                  <a:pt x="0" y="262484"/>
                </a:moveTo>
                <a:lnTo>
                  <a:pt x="66637" y="0"/>
                </a:lnTo>
                <a:lnTo>
                  <a:pt x="2985080" y="0"/>
                </a:lnTo>
                <a:lnTo>
                  <a:pt x="2985080" y="26248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圆角矩形 52"/>
          <p:cNvSpPr/>
          <p:nvPr/>
        </p:nvSpPr>
        <p:spPr>
          <a:xfrm>
            <a:off x="4852710" y="3313277"/>
            <a:ext cx="3044750" cy="1539409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XXXXXXXXXXXXXXXXXXXXXXXXXXXXXXXXXXXXXXXXXXXXX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4852710" y="4869794"/>
            <a:ext cx="3044750" cy="1539409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XXXXXXXXXXXXXXXXXXXXXXXXXXXXXXXXXXXXXXXXXXXXX</a:t>
            </a:r>
          </a:p>
        </p:txBody>
      </p:sp>
      <p:sp>
        <p:nvSpPr>
          <p:cNvPr id="56" name="任意多边形 55"/>
          <p:cNvSpPr/>
          <p:nvPr/>
        </p:nvSpPr>
        <p:spPr>
          <a:xfrm rot="5400000">
            <a:off x="9712922" y="4723616"/>
            <a:ext cx="3075929" cy="285528"/>
          </a:xfrm>
          <a:custGeom>
            <a:avLst/>
            <a:gdLst>
              <a:gd name="connsiteX0" fmla="*/ 0 w 2985080"/>
              <a:gd name="connsiteY0" fmla="*/ 262484 h 262484"/>
              <a:gd name="connsiteX1" fmla="*/ 66637 w 2985080"/>
              <a:gd name="connsiteY1" fmla="*/ 0 h 262484"/>
              <a:gd name="connsiteX2" fmla="*/ 2985080 w 2985080"/>
              <a:gd name="connsiteY2" fmla="*/ 0 h 262484"/>
              <a:gd name="connsiteX3" fmla="*/ 2985080 w 2985080"/>
              <a:gd name="connsiteY3" fmla="*/ 262484 h 26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5080" h="262484">
                <a:moveTo>
                  <a:pt x="0" y="262484"/>
                </a:moveTo>
                <a:lnTo>
                  <a:pt x="66637" y="0"/>
                </a:lnTo>
                <a:lnTo>
                  <a:pt x="2985080" y="0"/>
                </a:lnTo>
                <a:lnTo>
                  <a:pt x="2985080" y="26248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圆角矩形 56"/>
          <p:cNvSpPr/>
          <p:nvPr/>
        </p:nvSpPr>
        <p:spPr>
          <a:xfrm>
            <a:off x="8126329" y="3313277"/>
            <a:ext cx="3044750" cy="1539409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XXXXXXXXXXXXXXXXXXXXXXXXXXXXXXXXXXXXXXXXXXXXX</a:t>
            </a:r>
          </a:p>
        </p:txBody>
      </p:sp>
      <p:sp>
        <p:nvSpPr>
          <p:cNvPr id="58" name="圆角矩形 57"/>
          <p:cNvSpPr/>
          <p:nvPr/>
        </p:nvSpPr>
        <p:spPr>
          <a:xfrm>
            <a:off x="8126329" y="4869794"/>
            <a:ext cx="3044750" cy="1539409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XXXXXXXXXXXXXXXXXXXXXXXXXXXXXXXXXXXXXXXXXXXXX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1579090" y="2904728"/>
            <a:ext cx="3044750" cy="320040"/>
          </a:xfrm>
          <a:prstGeom prst="roundRect">
            <a:avLst>
              <a:gd name="adj" fmla="val 59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XXXXXX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4852710" y="2904728"/>
            <a:ext cx="3044750" cy="320040"/>
          </a:xfrm>
          <a:prstGeom prst="roundRect">
            <a:avLst>
              <a:gd name="adj" fmla="val 59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XXXXXX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8126329" y="2904728"/>
            <a:ext cx="3044750" cy="320040"/>
          </a:xfrm>
          <a:prstGeom prst="roundRect">
            <a:avLst>
              <a:gd name="adj" fmla="val 59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XXXXXX</a:t>
            </a:r>
          </a:p>
        </p:txBody>
      </p:sp>
      <p:cxnSp>
        <p:nvCxnSpPr>
          <p:cNvPr id="66" name="直接连接符 65"/>
          <p:cNvCxnSpPr/>
          <p:nvPr/>
        </p:nvCxnSpPr>
        <p:spPr>
          <a:xfrm>
            <a:off x="4738275" y="2904728"/>
            <a:ext cx="0" cy="320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8011895" y="2904728"/>
            <a:ext cx="0" cy="320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4633398" y="2365377"/>
            <a:ext cx="313288" cy="365502"/>
            <a:chOff x="4750636" y="990600"/>
            <a:chExt cx="548640" cy="640080"/>
          </a:xfrm>
        </p:grpSpPr>
        <p:sp>
          <p:nvSpPr>
            <p:cNvPr id="68" name="下箭头 67"/>
            <p:cNvSpPr/>
            <p:nvPr/>
          </p:nvSpPr>
          <p:spPr>
            <a:xfrm>
              <a:off x="4750636" y="990600"/>
              <a:ext cx="548640" cy="640080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任意多边形 70"/>
            <p:cNvSpPr/>
            <p:nvPr/>
          </p:nvSpPr>
          <p:spPr>
            <a:xfrm rot="10800000">
              <a:off x="4933082" y="1431892"/>
              <a:ext cx="183748" cy="100396"/>
            </a:xfrm>
            <a:custGeom>
              <a:avLst/>
              <a:gdLst>
                <a:gd name="connsiteX0" fmla="*/ 237088 w 237088"/>
                <a:gd name="connsiteY0" fmla="*/ 129540 h 129540"/>
                <a:gd name="connsiteX1" fmla="*/ 153410 w 237088"/>
                <a:gd name="connsiteY1" fmla="*/ 129540 h 129540"/>
                <a:gd name="connsiteX2" fmla="*/ 118544 w 237088"/>
                <a:gd name="connsiteY2" fmla="*/ 91440 h 129540"/>
                <a:gd name="connsiteX3" fmla="*/ 83678 w 237088"/>
                <a:gd name="connsiteY3" fmla="*/ 129540 h 129540"/>
                <a:gd name="connsiteX4" fmla="*/ 0 w 237088"/>
                <a:gd name="connsiteY4" fmla="*/ 129540 h 129540"/>
                <a:gd name="connsiteX5" fmla="*/ 118544 w 237088"/>
                <a:gd name="connsiteY5" fmla="*/ 0 h 12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088" h="129540">
                  <a:moveTo>
                    <a:pt x="237088" y="129540"/>
                  </a:moveTo>
                  <a:lnTo>
                    <a:pt x="153410" y="129540"/>
                  </a:lnTo>
                  <a:lnTo>
                    <a:pt x="118544" y="91440"/>
                  </a:lnTo>
                  <a:lnTo>
                    <a:pt x="83678" y="129540"/>
                  </a:lnTo>
                  <a:lnTo>
                    <a:pt x="0" y="129540"/>
                  </a:lnTo>
                  <a:lnTo>
                    <a:pt x="1185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7303342" y="2365377"/>
            <a:ext cx="313288" cy="365502"/>
            <a:chOff x="4750636" y="990600"/>
            <a:chExt cx="548640" cy="640080"/>
          </a:xfrm>
        </p:grpSpPr>
        <p:sp>
          <p:nvSpPr>
            <p:cNvPr id="74" name="下箭头 73"/>
            <p:cNvSpPr/>
            <p:nvPr/>
          </p:nvSpPr>
          <p:spPr>
            <a:xfrm>
              <a:off x="4750636" y="990600"/>
              <a:ext cx="548640" cy="640080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任意多边形 74"/>
            <p:cNvSpPr/>
            <p:nvPr/>
          </p:nvSpPr>
          <p:spPr>
            <a:xfrm rot="10800000">
              <a:off x="4933082" y="1431892"/>
              <a:ext cx="183748" cy="100396"/>
            </a:xfrm>
            <a:custGeom>
              <a:avLst/>
              <a:gdLst>
                <a:gd name="connsiteX0" fmla="*/ 237088 w 237088"/>
                <a:gd name="connsiteY0" fmla="*/ 129540 h 129540"/>
                <a:gd name="connsiteX1" fmla="*/ 153410 w 237088"/>
                <a:gd name="connsiteY1" fmla="*/ 129540 h 129540"/>
                <a:gd name="connsiteX2" fmla="*/ 118544 w 237088"/>
                <a:gd name="connsiteY2" fmla="*/ 91440 h 129540"/>
                <a:gd name="connsiteX3" fmla="*/ 83678 w 237088"/>
                <a:gd name="connsiteY3" fmla="*/ 129540 h 129540"/>
                <a:gd name="connsiteX4" fmla="*/ 0 w 237088"/>
                <a:gd name="connsiteY4" fmla="*/ 129540 h 129540"/>
                <a:gd name="connsiteX5" fmla="*/ 118544 w 237088"/>
                <a:gd name="connsiteY5" fmla="*/ 0 h 12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088" h="129540">
                  <a:moveTo>
                    <a:pt x="237088" y="129540"/>
                  </a:moveTo>
                  <a:lnTo>
                    <a:pt x="153410" y="129540"/>
                  </a:lnTo>
                  <a:lnTo>
                    <a:pt x="118544" y="91440"/>
                  </a:lnTo>
                  <a:lnTo>
                    <a:pt x="83678" y="129540"/>
                  </a:lnTo>
                  <a:lnTo>
                    <a:pt x="0" y="129540"/>
                  </a:lnTo>
                  <a:lnTo>
                    <a:pt x="1185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93538" y="1514933"/>
            <a:ext cx="2253122" cy="940380"/>
            <a:chOff x="1399506" y="1613871"/>
            <a:chExt cx="1465263" cy="1008414"/>
          </a:xfrm>
        </p:grpSpPr>
        <p:sp>
          <p:nvSpPr>
            <p:cNvPr id="11" name="Freeform 5"/>
            <p:cNvSpPr/>
            <p:nvPr/>
          </p:nvSpPr>
          <p:spPr bwMode="auto">
            <a:xfrm>
              <a:off x="1399506" y="1660260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5"/>
            <p:cNvSpPr/>
            <p:nvPr/>
          </p:nvSpPr>
          <p:spPr bwMode="auto">
            <a:xfrm>
              <a:off x="1399506" y="1613871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663482" y="1514933"/>
            <a:ext cx="2253122" cy="940380"/>
            <a:chOff x="1399506" y="1613871"/>
            <a:chExt cx="1465263" cy="1008414"/>
          </a:xfrm>
        </p:grpSpPr>
        <p:sp>
          <p:nvSpPr>
            <p:cNvPr id="14" name="Freeform 5"/>
            <p:cNvSpPr/>
            <p:nvPr/>
          </p:nvSpPr>
          <p:spPr bwMode="auto">
            <a:xfrm>
              <a:off x="1399506" y="1660260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" name="Freeform 5"/>
            <p:cNvSpPr/>
            <p:nvPr/>
          </p:nvSpPr>
          <p:spPr bwMode="auto">
            <a:xfrm>
              <a:off x="1399506" y="1613871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33426" y="1514933"/>
            <a:ext cx="2253122" cy="940380"/>
            <a:chOff x="1399506" y="1613871"/>
            <a:chExt cx="1465263" cy="1008414"/>
          </a:xfrm>
        </p:grpSpPr>
        <p:sp>
          <p:nvSpPr>
            <p:cNvPr id="17" name="Freeform 5"/>
            <p:cNvSpPr/>
            <p:nvPr/>
          </p:nvSpPr>
          <p:spPr bwMode="auto">
            <a:xfrm>
              <a:off x="1399506" y="1660260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auto">
            <a:xfrm>
              <a:off x="1399506" y="1613871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003368" y="1514933"/>
            <a:ext cx="2253122" cy="940380"/>
            <a:chOff x="1399506" y="1613871"/>
            <a:chExt cx="1465263" cy="1008414"/>
          </a:xfrm>
        </p:grpSpPr>
        <p:sp>
          <p:nvSpPr>
            <p:cNvPr id="20" name="Freeform 5"/>
            <p:cNvSpPr/>
            <p:nvPr/>
          </p:nvSpPr>
          <p:spPr bwMode="auto">
            <a:xfrm>
              <a:off x="1399506" y="1660260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auto">
            <a:xfrm>
              <a:off x="1399506" y="1613871"/>
              <a:ext cx="1465263" cy="962025"/>
            </a:xfrm>
            <a:custGeom>
              <a:avLst/>
              <a:gdLst>
                <a:gd name="T0" fmla="*/ 1483 w 3617"/>
                <a:gd name="T1" fmla="*/ 180 h 3618"/>
                <a:gd name="T2" fmla="*/ 2134 w 3617"/>
                <a:gd name="T3" fmla="*/ 180 h 3618"/>
                <a:gd name="T4" fmla="*/ 3437 w 3617"/>
                <a:gd name="T5" fmla="*/ 1483 h 3618"/>
                <a:gd name="T6" fmla="*/ 3437 w 3617"/>
                <a:gd name="T7" fmla="*/ 2135 h 3618"/>
                <a:gd name="T8" fmla="*/ 2134 w 3617"/>
                <a:gd name="T9" fmla="*/ 3438 h 3618"/>
                <a:gd name="T10" fmla="*/ 1483 w 3617"/>
                <a:gd name="T11" fmla="*/ 3438 h 3618"/>
                <a:gd name="T12" fmla="*/ 180 w 3617"/>
                <a:gd name="T13" fmla="*/ 2135 h 3618"/>
                <a:gd name="T14" fmla="*/ 180 w 3617"/>
                <a:gd name="T15" fmla="*/ 1483 h 3618"/>
                <a:gd name="T16" fmla="*/ 1483 w 3617"/>
                <a:gd name="T17" fmla="*/ 18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17" h="3618">
                  <a:moveTo>
                    <a:pt x="1483" y="180"/>
                  </a:moveTo>
                  <a:cubicBezTo>
                    <a:pt x="1663" y="0"/>
                    <a:pt x="1954" y="0"/>
                    <a:pt x="2134" y="180"/>
                  </a:cubicBezTo>
                  <a:lnTo>
                    <a:pt x="3437" y="1483"/>
                  </a:lnTo>
                  <a:cubicBezTo>
                    <a:pt x="3617" y="1663"/>
                    <a:pt x="3617" y="1955"/>
                    <a:pt x="3437" y="2135"/>
                  </a:cubicBezTo>
                  <a:lnTo>
                    <a:pt x="2134" y="3438"/>
                  </a:lnTo>
                  <a:cubicBezTo>
                    <a:pt x="1954" y="3618"/>
                    <a:pt x="1663" y="3618"/>
                    <a:pt x="1483" y="3438"/>
                  </a:cubicBezTo>
                  <a:lnTo>
                    <a:pt x="180" y="2135"/>
                  </a:lnTo>
                  <a:cubicBezTo>
                    <a:pt x="0" y="1955"/>
                    <a:pt x="0" y="1663"/>
                    <a:pt x="180" y="1483"/>
                  </a:cubicBezTo>
                  <a:lnTo>
                    <a:pt x="1483" y="18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cxnSp>
        <p:nvCxnSpPr>
          <p:cNvPr id="77" name="直接箭头连接符 76"/>
          <p:cNvCxnSpPr/>
          <p:nvPr/>
        </p:nvCxnSpPr>
        <p:spPr>
          <a:xfrm>
            <a:off x="2914051" y="1569720"/>
            <a:ext cx="1082040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5583995" y="1569720"/>
            <a:ext cx="1082040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8253939" y="1569720"/>
            <a:ext cx="1082040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3" name="图片 16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549" y="1165355"/>
            <a:ext cx="1060796" cy="1012024"/>
          </a:xfrm>
          <a:prstGeom prst="rect">
            <a:avLst/>
          </a:prstGeom>
        </p:spPr>
      </p:pic>
      <p:pic>
        <p:nvPicPr>
          <p:cNvPr id="2202" name="图片 22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489" y="1271617"/>
            <a:ext cx="1012024" cy="798645"/>
          </a:xfrm>
          <a:prstGeom prst="rect">
            <a:avLst/>
          </a:prstGeom>
        </p:spPr>
      </p:pic>
      <p:pic>
        <p:nvPicPr>
          <p:cNvPr id="1861" name="图片 18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090" y="1229179"/>
            <a:ext cx="990201" cy="880178"/>
          </a:xfrm>
          <a:prstGeom prst="rect">
            <a:avLst/>
          </a:prstGeom>
        </p:spPr>
      </p:pic>
      <p:pic>
        <p:nvPicPr>
          <p:cNvPr id="1408" name="图片 14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062" y="1209129"/>
            <a:ext cx="1109568" cy="914479"/>
          </a:xfrm>
          <a:prstGeom prst="rect">
            <a:avLst/>
          </a:prstGeom>
        </p:spPr>
      </p:pic>
      <p:grpSp>
        <p:nvGrpSpPr>
          <p:cNvPr id="2206" name="组合 2205"/>
          <p:cNvGrpSpPr/>
          <p:nvPr/>
        </p:nvGrpSpPr>
        <p:grpSpPr>
          <a:xfrm>
            <a:off x="601305" y="2754051"/>
            <a:ext cx="1045433" cy="554186"/>
            <a:chOff x="2788920" y="2661454"/>
            <a:chExt cx="1045433" cy="554186"/>
          </a:xfrm>
        </p:grpSpPr>
        <p:sp>
          <p:nvSpPr>
            <p:cNvPr id="2205" name="直角三角形 2204"/>
            <p:cNvSpPr/>
            <p:nvPr/>
          </p:nvSpPr>
          <p:spPr>
            <a:xfrm rot="10800000">
              <a:off x="2819400" y="3055620"/>
              <a:ext cx="152400" cy="16002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4" name="圆角矩形 2203"/>
            <p:cNvSpPr/>
            <p:nvPr/>
          </p:nvSpPr>
          <p:spPr>
            <a:xfrm>
              <a:off x="2788920" y="2661454"/>
              <a:ext cx="1045433" cy="409405"/>
            </a:xfrm>
            <a:custGeom>
              <a:avLst/>
              <a:gdLst>
                <a:gd name="connsiteX0" fmla="*/ 0 w 906780"/>
                <a:gd name="connsiteY0" fmla="*/ 53341 h 320040"/>
                <a:gd name="connsiteX1" fmla="*/ 53341 w 906780"/>
                <a:gd name="connsiteY1" fmla="*/ 0 h 320040"/>
                <a:gd name="connsiteX2" fmla="*/ 853439 w 906780"/>
                <a:gd name="connsiteY2" fmla="*/ 0 h 320040"/>
                <a:gd name="connsiteX3" fmla="*/ 906780 w 906780"/>
                <a:gd name="connsiteY3" fmla="*/ 53341 h 320040"/>
                <a:gd name="connsiteX4" fmla="*/ 906780 w 906780"/>
                <a:gd name="connsiteY4" fmla="*/ 266699 h 320040"/>
                <a:gd name="connsiteX5" fmla="*/ 853439 w 906780"/>
                <a:gd name="connsiteY5" fmla="*/ 320040 h 320040"/>
                <a:gd name="connsiteX6" fmla="*/ 53341 w 906780"/>
                <a:gd name="connsiteY6" fmla="*/ 320040 h 320040"/>
                <a:gd name="connsiteX7" fmla="*/ 0 w 906780"/>
                <a:gd name="connsiteY7" fmla="*/ 266699 h 320040"/>
                <a:gd name="connsiteX8" fmla="*/ 0 w 906780"/>
                <a:gd name="connsiteY8" fmla="*/ 53341 h 320040"/>
                <a:gd name="connsiteX0-1" fmla="*/ 0 w 1021080"/>
                <a:gd name="connsiteY0-2" fmla="*/ 186520 h 453219"/>
                <a:gd name="connsiteX1-3" fmla="*/ 53341 w 1021080"/>
                <a:gd name="connsiteY1-4" fmla="*/ 133179 h 453219"/>
                <a:gd name="connsiteX2-5" fmla="*/ 853439 w 1021080"/>
                <a:gd name="connsiteY2-6" fmla="*/ 133179 h 453219"/>
                <a:gd name="connsiteX3-7" fmla="*/ 1021080 w 1021080"/>
                <a:gd name="connsiteY3-8" fmla="*/ 3640 h 453219"/>
                <a:gd name="connsiteX4-9" fmla="*/ 906780 w 1021080"/>
                <a:gd name="connsiteY4-10" fmla="*/ 399878 h 453219"/>
                <a:gd name="connsiteX5-11" fmla="*/ 853439 w 1021080"/>
                <a:gd name="connsiteY5-12" fmla="*/ 453219 h 453219"/>
                <a:gd name="connsiteX6-13" fmla="*/ 53341 w 1021080"/>
                <a:gd name="connsiteY6-14" fmla="*/ 453219 h 453219"/>
                <a:gd name="connsiteX7-15" fmla="*/ 0 w 1021080"/>
                <a:gd name="connsiteY7-16" fmla="*/ 399878 h 453219"/>
                <a:gd name="connsiteX8-17" fmla="*/ 0 w 1021080"/>
                <a:gd name="connsiteY8-18" fmla="*/ 186520 h 453219"/>
                <a:gd name="connsiteX0-19" fmla="*/ 0 w 1074420"/>
                <a:gd name="connsiteY0-20" fmla="*/ 186520 h 453219"/>
                <a:gd name="connsiteX1-21" fmla="*/ 53341 w 1074420"/>
                <a:gd name="connsiteY1-22" fmla="*/ 133179 h 453219"/>
                <a:gd name="connsiteX2-23" fmla="*/ 853439 w 1074420"/>
                <a:gd name="connsiteY2-24" fmla="*/ 133179 h 453219"/>
                <a:gd name="connsiteX3-25" fmla="*/ 1021080 w 1074420"/>
                <a:gd name="connsiteY3-26" fmla="*/ 3640 h 453219"/>
                <a:gd name="connsiteX4-27" fmla="*/ 1074420 w 1074420"/>
                <a:gd name="connsiteY4-28" fmla="*/ 300818 h 453219"/>
                <a:gd name="connsiteX5-29" fmla="*/ 853439 w 1074420"/>
                <a:gd name="connsiteY5-30" fmla="*/ 453219 h 453219"/>
                <a:gd name="connsiteX6-31" fmla="*/ 53341 w 1074420"/>
                <a:gd name="connsiteY6-32" fmla="*/ 453219 h 453219"/>
                <a:gd name="connsiteX7-33" fmla="*/ 0 w 1074420"/>
                <a:gd name="connsiteY7-34" fmla="*/ 399878 h 453219"/>
                <a:gd name="connsiteX8-35" fmla="*/ 0 w 1074420"/>
                <a:gd name="connsiteY8-36" fmla="*/ 186520 h 453219"/>
                <a:gd name="connsiteX0-37" fmla="*/ 0 w 1074420"/>
                <a:gd name="connsiteY0-38" fmla="*/ 186520 h 453219"/>
                <a:gd name="connsiteX1-39" fmla="*/ 53341 w 1074420"/>
                <a:gd name="connsiteY1-40" fmla="*/ 133179 h 453219"/>
                <a:gd name="connsiteX2-41" fmla="*/ 853439 w 1074420"/>
                <a:gd name="connsiteY2-42" fmla="*/ 133179 h 453219"/>
                <a:gd name="connsiteX3-43" fmla="*/ 1021080 w 1074420"/>
                <a:gd name="connsiteY3-44" fmla="*/ 3640 h 453219"/>
                <a:gd name="connsiteX4-45" fmla="*/ 1074420 w 1074420"/>
                <a:gd name="connsiteY4-46" fmla="*/ 300818 h 453219"/>
                <a:gd name="connsiteX5-47" fmla="*/ 944879 w 1074420"/>
                <a:gd name="connsiteY5-48" fmla="*/ 399879 h 453219"/>
                <a:gd name="connsiteX6-49" fmla="*/ 53341 w 1074420"/>
                <a:gd name="connsiteY6-50" fmla="*/ 453219 h 453219"/>
                <a:gd name="connsiteX7-51" fmla="*/ 0 w 1074420"/>
                <a:gd name="connsiteY7-52" fmla="*/ 399878 h 453219"/>
                <a:gd name="connsiteX8-53" fmla="*/ 0 w 1074420"/>
                <a:gd name="connsiteY8-54" fmla="*/ 186520 h 453219"/>
                <a:gd name="connsiteX0-55" fmla="*/ 0 w 1074420"/>
                <a:gd name="connsiteY0-56" fmla="*/ 186203 h 452902"/>
                <a:gd name="connsiteX1-57" fmla="*/ 53341 w 1074420"/>
                <a:gd name="connsiteY1-58" fmla="*/ 132862 h 452902"/>
                <a:gd name="connsiteX2-59" fmla="*/ 853439 w 1074420"/>
                <a:gd name="connsiteY2-60" fmla="*/ 132862 h 452902"/>
                <a:gd name="connsiteX3-61" fmla="*/ 1021080 w 1074420"/>
                <a:gd name="connsiteY3-62" fmla="*/ 3323 h 452902"/>
                <a:gd name="connsiteX4-63" fmla="*/ 1074420 w 1074420"/>
                <a:gd name="connsiteY4-64" fmla="*/ 300501 h 452902"/>
                <a:gd name="connsiteX5-65" fmla="*/ 944879 w 1074420"/>
                <a:gd name="connsiteY5-66" fmla="*/ 399562 h 452902"/>
                <a:gd name="connsiteX6-67" fmla="*/ 53341 w 1074420"/>
                <a:gd name="connsiteY6-68" fmla="*/ 452902 h 452902"/>
                <a:gd name="connsiteX7-69" fmla="*/ 0 w 1074420"/>
                <a:gd name="connsiteY7-70" fmla="*/ 399561 h 452902"/>
                <a:gd name="connsiteX8-71" fmla="*/ 0 w 1074420"/>
                <a:gd name="connsiteY8-72" fmla="*/ 186203 h 452902"/>
                <a:gd name="connsiteX0-73" fmla="*/ 0 w 1121530"/>
                <a:gd name="connsiteY0-74" fmla="*/ 186203 h 452902"/>
                <a:gd name="connsiteX1-75" fmla="*/ 53341 w 1121530"/>
                <a:gd name="connsiteY1-76" fmla="*/ 132862 h 452902"/>
                <a:gd name="connsiteX2-77" fmla="*/ 853439 w 1121530"/>
                <a:gd name="connsiteY2-78" fmla="*/ 132862 h 452902"/>
                <a:gd name="connsiteX3-79" fmla="*/ 1021080 w 1121530"/>
                <a:gd name="connsiteY3-80" fmla="*/ 3323 h 452902"/>
                <a:gd name="connsiteX4-81" fmla="*/ 1074420 w 1121530"/>
                <a:gd name="connsiteY4-82" fmla="*/ 300501 h 452902"/>
                <a:gd name="connsiteX5-83" fmla="*/ 944879 w 1121530"/>
                <a:gd name="connsiteY5-84" fmla="*/ 399562 h 452902"/>
                <a:gd name="connsiteX6-85" fmla="*/ 53341 w 1121530"/>
                <a:gd name="connsiteY6-86" fmla="*/ 452902 h 452902"/>
                <a:gd name="connsiteX7-87" fmla="*/ 0 w 1121530"/>
                <a:gd name="connsiteY7-88" fmla="*/ 399561 h 452902"/>
                <a:gd name="connsiteX8-89" fmla="*/ 0 w 1121530"/>
                <a:gd name="connsiteY8-90" fmla="*/ 186203 h 452902"/>
                <a:gd name="connsiteX0-91" fmla="*/ 0 w 1121530"/>
                <a:gd name="connsiteY0-92" fmla="*/ 185821 h 452520"/>
                <a:gd name="connsiteX1-93" fmla="*/ 53341 w 1121530"/>
                <a:gd name="connsiteY1-94" fmla="*/ 132480 h 452520"/>
                <a:gd name="connsiteX2-95" fmla="*/ 739139 w 1121530"/>
                <a:gd name="connsiteY2-96" fmla="*/ 155340 h 452520"/>
                <a:gd name="connsiteX3-97" fmla="*/ 1021080 w 1121530"/>
                <a:gd name="connsiteY3-98" fmla="*/ 2941 h 452520"/>
                <a:gd name="connsiteX4-99" fmla="*/ 1074420 w 1121530"/>
                <a:gd name="connsiteY4-100" fmla="*/ 300119 h 452520"/>
                <a:gd name="connsiteX5-101" fmla="*/ 944879 w 1121530"/>
                <a:gd name="connsiteY5-102" fmla="*/ 399180 h 452520"/>
                <a:gd name="connsiteX6-103" fmla="*/ 53341 w 1121530"/>
                <a:gd name="connsiteY6-104" fmla="*/ 452520 h 452520"/>
                <a:gd name="connsiteX7-105" fmla="*/ 0 w 1121530"/>
                <a:gd name="connsiteY7-106" fmla="*/ 399179 h 452520"/>
                <a:gd name="connsiteX8-107" fmla="*/ 0 w 1121530"/>
                <a:gd name="connsiteY8-108" fmla="*/ 185821 h 452520"/>
                <a:gd name="connsiteX0-109" fmla="*/ 0 w 1074420"/>
                <a:gd name="connsiteY0-110" fmla="*/ 185821 h 452520"/>
                <a:gd name="connsiteX1-111" fmla="*/ 53341 w 1074420"/>
                <a:gd name="connsiteY1-112" fmla="*/ 132480 h 452520"/>
                <a:gd name="connsiteX2-113" fmla="*/ 739139 w 1074420"/>
                <a:gd name="connsiteY2-114" fmla="*/ 155340 h 452520"/>
                <a:gd name="connsiteX3-115" fmla="*/ 1021080 w 1074420"/>
                <a:gd name="connsiteY3-116" fmla="*/ 2941 h 452520"/>
                <a:gd name="connsiteX4-117" fmla="*/ 1074420 w 1074420"/>
                <a:gd name="connsiteY4-118" fmla="*/ 300119 h 452520"/>
                <a:gd name="connsiteX5-119" fmla="*/ 754379 w 1074420"/>
                <a:gd name="connsiteY5-120" fmla="*/ 437280 h 452520"/>
                <a:gd name="connsiteX6-121" fmla="*/ 53341 w 1074420"/>
                <a:gd name="connsiteY6-122" fmla="*/ 452520 h 452520"/>
                <a:gd name="connsiteX7-123" fmla="*/ 0 w 1074420"/>
                <a:gd name="connsiteY7-124" fmla="*/ 399179 h 452520"/>
                <a:gd name="connsiteX8-125" fmla="*/ 0 w 1074420"/>
                <a:gd name="connsiteY8-126" fmla="*/ 185821 h 452520"/>
                <a:gd name="connsiteX0-127" fmla="*/ 0 w 1074420"/>
                <a:gd name="connsiteY0-128" fmla="*/ 197984 h 464683"/>
                <a:gd name="connsiteX1-129" fmla="*/ 53341 w 1074420"/>
                <a:gd name="connsiteY1-130" fmla="*/ 144643 h 464683"/>
                <a:gd name="connsiteX2-131" fmla="*/ 739139 w 1074420"/>
                <a:gd name="connsiteY2-132" fmla="*/ 167503 h 464683"/>
                <a:gd name="connsiteX3-133" fmla="*/ 1021080 w 1074420"/>
                <a:gd name="connsiteY3-134" fmla="*/ 15104 h 464683"/>
                <a:gd name="connsiteX4-135" fmla="*/ 1074420 w 1074420"/>
                <a:gd name="connsiteY4-136" fmla="*/ 312282 h 464683"/>
                <a:gd name="connsiteX5-137" fmla="*/ 754379 w 1074420"/>
                <a:gd name="connsiteY5-138" fmla="*/ 449443 h 464683"/>
                <a:gd name="connsiteX6-139" fmla="*/ 53341 w 1074420"/>
                <a:gd name="connsiteY6-140" fmla="*/ 464683 h 464683"/>
                <a:gd name="connsiteX7-141" fmla="*/ 0 w 1074420"/>
                <a:gd name="connsiteY7-142" fmla="*/ 411342 h 464683"/>
                <a:gd name="connsiteX8-143" fmla="*/ 0 w 1074420"/>
                <a:gd name="connsiteY8-144" fmla="*/ 197984 h 464683"/>
                <a:gd name="connsiteX0-145" fmla="*/ 0 w 1087755"/>
                <a:gd name="connsiteY0-146" fmla="*/ 189086 h 455785"/>
                <a:gd name="connsiteX1-147" fmla="*/ 53341 w 1087755"/>
                <a:gd name="connsiteY1-148" fmla="*/ 135745 h 455785"/>
                <a:gd name="connsiteX2-149" fmla="*/ 739139 w 1087755"/>
                <a:gd name="connsiteY2-150" fmla="*/ 158605 h 455785"/>
                <a:gd name="connsiteX3-151" fmla="*/ 1021080 w 1087755"/>
                <a:gd name="connsiteY3-152" fmla="*/ 6206 h 455785"/>
                <a:gd name="connsiteX4-153" fmla="*/ 1074420 w 1087755"/>
                <a:gd name="connsiteY4-154" fmla="*/ 303384 h 455785"/>
                <a:gd name="connsiteX5-155" fmla="*/ 754379 w 1087755"/>
                <a:gd name="connsiteY5-156" fmla="*/ 440545 h 455785"/>
                <a:gd name="connsiteX6-157" fmla="*/ 53341 w 1087755"/>
                <a:gd name="connsiteY6-158" fmla="*/ 455785 h 455785"/>
                <a:gd name="connsiteX7-159" fmla="*/ 0 w 1087755"/>
                <a:gd name="connsiteY7-160" fmla="*/ 402444 h 455785"/>
                <a:gd name="connsiteX8-161" fmla="*/ 0 w 1087755"/>
                <a:gd name="connsiteY8-162" fmla="*/ 189086 h 455785"/>
                <a:gd name="connsiteX0-163" fmla="*/ 0 w 1087755"/>
                <a:gd name="connsiteY0-164" fmla="*/ 189086 h 455785"/>
                <a:gd name="connsiteX1-165" fmla="*/ 53341 w 1087755"/>
                <a:gd name="connsiteY1-166" fmla="*/ 135745 h 455785"/>
                <a:gd name="connsiteX2-167" fmla="*/ 739139 w 1087755"/>
                <a:gd name="connsiteY2-168" fmla="*/ 158605 h 455785"/>
                <a:gd name="connsiteX3-169" fmla="*/ 1021080 w 1087755"/>
                <a:gd name="connsiteY3-170" fmla="*/ 6206 h 455785"/>
                <a:gd name="connsiteX4-171" fmla="*/ 1074420 w 1087755"/>
                <a:gd name="connsiteY4-172" fmla="*/ 303384 h 455785"/>
                <a:gd name="connsiteX5-173" fmla="*/ 754379 w 1087755"/>
                <a:gd name="connsiteY5-174" fmla="*/ 440545 h 455785"/>
                <a:gd name="connsiteX6-175" fmla="*/ 53341 w 1087755"/>
                <a:gd name="connsiteY6-176" fmla="*/ 455785 h 455785"/>
                <a:gd name="connsiteX7-177" fmla="*/ 0 w 1087755"/>
                <a:gd name="connsiteY7-178" fmla="*/ 402444 h 455785"/>
                <a:gd name="connsiteX8-179" fmla="*/ 0 w 1087755"/>
                <a:gd name="connsiteY8-180" fmla="*/ 189086 h 455785"/>
                <a:gd name="connsiteX0-181" fmla="*/ 0 w 1090661"/>
                <a:gd name="connsiteY0-182" fmla="*/ 189086 h 455785"/>
                <a:gd name="connsiteX1-183" fmla="*/ 53341 w 1090661"/>
                <a:gd name="connsiteY1-184" fmla="*/ 135745 h 455785"/>
                <a:gd name="connsiteX2-185" fmla="*/ 739139 w 1090661"/>
                <a:gd name="connsiteY2-186" fmla="*/ 158605 h 455785"/>
                <a:gd name="connsiteX3-187" fmla="*/ 1021080 w 1090661"/>
                <a:gd name="connsiteY3-188" fmla="*/ 6206 h 455785"/>
                <a:gd name="connsiteX4-189" fmla="*/ 1074420 w 1090661"/>
                <a:gd name="connsiteY4-190" fmla="*/ 303384 h 455785"/>
                <a:gd name="connsiteX5-191" fmla="*/ 754379 w 1090661"/>
                <a:gd name="connsiteY5-192" fmla="*/ 440545 h 455785"/>
                <a:gd name="connsiteX6-193" fmla="*/ 53341 w 1090661"/>
                <a:gd name="connsiteY6-194" fmla="*/ 455785 h 455785"/>
                <a:gd name="connsiteX7-195" fmla="*/ 0 w 1090661"/>
                <a:gd name="connsiteY7-196" fmla="*/ 402444 h 455785"/>
                <a:gd name="connsiteX8-197" fmla="*/ 0 w 1090661"/>
                <a:gd name="connsiteY8-198" fmla="*/ 189086 h 455785"/>
                <a:gd name="connsiteX0-199" fmla="*/ 0 w 1113164"/>
                <a:gd name="connsiteY0-200" fmla="*/ 137529 h 404228"/>
                <a:gd name="connsiteX1-201" fmla="*/ 53341 w 1113164"/>
                <a:gd name="connsiteY1-202" fmla="*/ 84188 h 404228"/>
                <a:gd name="connsiteX2-203" fmla="*/ 739139 w 1113164"/>
                <a:gd name="connsiteY2-204" fmla="*/ 107048 h 404228"/>
                <a:gd name="connsiteX3-205" fmla="*/ 1036320 w 1113164"/>
                <a:gd name="connsiteY3-206" fmla="*/ 7989 h 404228"/>
                <a:gd name="connsiteX4-207" fmla="*/ 1074420 w 1113164"/>
                <a:gd name="connsiteY4-208" fmla="*/ 251827 h 404228"/>
                <a:gd name="connsiteX5-209" fmla="*/ 754379 w 1113164"/>
                <a:gd name="connsiteY5-210" fmla="*/ 388988 h 404228"/>
                <a:gd name="connsiteX6-211" fmla="*/ 53341 w 1113164"/>
                <a:gd name="connsiteY6-212" fmla="*/ 404228 h 404228"/>
                <a:gd name="connsiteX7-213" fmla="*/ 0 w 1113164"/>
                <a:gd name="connsiteY7-214" fmla="*/ 350887 h 404228"/>
                <a:gd name="connsiteX8-215" fmla="*/ 0 w 1113164"/>
                <a:gd name="connsiteY8-216" fmla="*/ 137529 h 404228"/>
                <a:gd name="connsiteX0-217" fmla="*/ 0 w 1116196"/>
                <a:gd name="connsiteY0-218" fmla="*/ 137529 h 411848"/>
                <a:gd name="connsiteX1-219" fmla="*/ 53341 w 1116196"/>
                <a:gd name="connsiteY1-220" fmla="*/ 84188 h 411848"/>
                <a:gd name="connsiteX2-221" fmla="*/ 739139 w 1116196"/>
                <a:gd name="connsiteY2-222" fmla="*/ 107048 h 411848"/>
                <a:gd name="connsiteX3-223" fmla="*/ 1036320 w 1116196"/>
                <a:gd name="connsiteY3-224" fmla="*/ 7989 h 411848"/>
                <a:gd name="connsiteX4-225" fmla="*/ 1074420 w 1116196"/>
                <a:gd name="connsiteY4-226" fmla="*/ 251827 h 411848"/>
                <a:gd name="connsiteX5-227" fmla="*/ 708659 w 1116196"/>
                <a:gd name="connsiteY5-228" fmla="*/ 411848 h 411848"/>
                <a:gd name="connsiteX6-229" fmla="*/ 53341 w 1116196"/>
                <a:gd name="connsiteY6-230" fmla="*/ 404228 h 411848"/>
                <a:gd name="connsiteX7-231" fmla="*/ 0 w 1116196"/>
                <a:gd name="connsiteY7-232" fmla="*/ 350887 h 411848"/>
                <a:gd name="connsiteX8-233" fmla="*/ 0 w 1116196"/>
                <a:gd name="connsiteY8-234" fmla="*/ 137529 h 411848"/>
                <a:gd name="connsiteX0-235" fmla="*/ 0 w 1101503"/>
                <a:gd name="connsiteY0-236" fmla="*/ 137096 h 411415"/>
                <a:gd name="connsiteX1-237" fmla="*/ 53341 w 1101503"/>
                <a:gd name="connsiteY1-238" fmla="*/ 83755 h 411415"/>
                <a:gd name="connsiteX2-239" fmla="*/ 733043 w 1101503"/>
                <a:gd name="connsiteY2-240" fmla="*/ 63943 h 411415"/>
                <a:gd name="connsiteX3-241" fmla="*/ 1036320 w 1101503"/>
                <a:gd name="connsiteY3-242" fmla="*/ 7556 h 411415"/>
                <a:gd name="connsiteX4-243" fmla="*/ 1074420 w 1101503"/>
                <a:gd name="connsiteY4-244" fmla="*/ 251394 h 411415"/>
                <a:gd name="connsiteX5-245" fmla="*/ 708659 w 1101503"/>
                <a:gd name="connsiteY5-246" fmla="*/ 411415 h 411415"/>
                <a:gd name="connsiteX6-247" fmla="*/ 53341 w 1101503"/>
                <a:gd name="connsiteY6-248" fmla="*/ 403795 h 411415"/>
                <a:gd name="connsiteX7-249" fmla="*/ 0 w 1101503"/>
                <a:gd name="connsiteY7-250" fmla="*/ 350454 h 411415"/>
                <a:gd name="connsiteX8-251" fmla="*/ 0 w 1101503"/>
                <a:gd name="connsiteY8-252" fmla="*/ 137096 h 411415"/>
                <a:gd name="connsiteX0-253" fmla="*/ 0 w 1101503"/>
                <a:gd name="connsiteY0-254" fmla="*/ 137096 h 403795"/>
                <a:gd name="connsiteX1-255" fmla="*/ 53341 w 1101503"/>
                <a:gd name="connsiteY1-256" fmla="*/ 83755 h 403795"/>
                <a:gd name="connsiteX2-257" fmla="*/ 733043 w 1101503"/>
                <a:gd name="connsiteY2-258" fmla="*/ 63943 h 403795"/>
                <a:gd name="connsiteX3-259" fmla="*/ 1036320 w 1101503"/>
                <a:gd name="connsiteY3-260" fmla="*/ 7556 h 403795"/>
                <a:gd name="connsiteX4-261" fmla="*/ 1074420 w 1101503"/>
                <a:gd name="connsiteY4-262" fmla="*/ 251394 h 403795"/>
                <a:gd name="connsiteX5-263" fmla="*/ 708659 w 1101503"/>
                <a:gd name="connsiteY5-264" fmla="*/ 368743 h 403795"/>
                <a:gd name="connsiteX6-265" fmla="*/ 53341 w 1101503"/>
                <a:gd name="connsiteY6-266" fmla="*/ 403795 h 403795"/>
                <a:gd name="connsiteX7-267" fmla="*/ 0 w 1101503"/>
                <a:gd name="connsiteY7-268" fmla="*/ 350454 h 403795"/>
                <a:gd name="connsiteX8-269" fmla="*/ 0 w 1101503"/>
                <a:gd name="connsiteY8-270" fmla="*/ 137096 h 403795"/>
                <a:gd name="connsiteX0-271" fmla="*/ 0 w 1091231"/>
                <a:gd name="connsiteY0-272" fmla="*/ 142815 h 409514"/>
                <a:gd name="connsiteX1-273" fmla="*/ 53341 w 1091231"/>
                <a:gd name="connsiteY1-274" fmla="*/ 89474 h 409514"/>
                <a:gd name="connsiteX2-275" fmla="*/ 733043 w 1091231"/>
                <a:gd name="connsiteY2-276" fmla="*/ 69662 h 409514"/>
                <a:gd name="connsiteX3-277" fmla="*/ 999744 w 1091231"/>
                <a:gd name="connsiteY3-278" fmla="*/ 7179 h 409514"/>
                <a:gd name="connsiteX4-279" fmla="*/ 1074420 w 1091231"/>
                <a:gd name="connsiteY4-280" fmla="*/ 257113 h 409514"/>
                <a:gd name="connsiteX5-281" fmla="*/ 708659 w 1091231"/>
                <a:gd name="connsiteY5-282" fmla="*/ 374462 h 409514"/>
                <a:gd name="connsiteX6-283" fmla="*/ 53341 w 1091231"/>
                <a:gd name="connsiteY6-284" fmla="*/ 409514 h 409514"/>
                <a:gd name="connsiteX7-285" fmla="*/ 0 w 1091231"/>
                <a:gd name="connsiteY7-286" fmla="*/ 356173 h 409514"/>
                <a:gd name="connsiteX8-287" fmla="*/ 0 w 1091231"/>
                <a:gd name="connsiteY8-288" fmla="*/ 142815 h 409514"/>
                <a:gd name="connsiteX0-289" fmla="*/ 0 w 1043146"/>
                <a:gd name="connsiteY0-290" fmla="*/ 144224 h 410923"/>
                <a:gd name="connsiteX1-291" fmla="*/ 53341 w 1043146"/>
                <a:gd name="connsiteY1-292" fmla="*/ 90883 h 410923"/>
                <a:gd name="connsiteX2-293" fmla="*/ 733043 w 1043146"/>
                <a:gd name="connsiteY2-294" fmla="*/ 71071 h 410923"/>
                <a:gd name="connsiteX3-295" fmla="*/ 999744 w 1043146"/>
                <a:gd name="connsiteY3-296" fmla="*/ 8588 h 410923"/>
                <a:gd name="connsiteX4-297" fmla="*/ 1013460 w 1043146"/>
                <a:gd name="connsiteY4-298" fmla="*/ 282906 h 410923"/>
                <a:gd name="connsiteX5-299" fmla="*/ 708659 w 1043146"/>
                <a:gd name="connsiteY5-300" fmla="*/ 375871 h 410923"/>
                <a:gd name="connsiteX6-301" fmla="*/ 53341 w 1043146"/>
                <a:gd name="connsiteY6-302" fmla="*/ 410923 h 410923"/>
                <a:gd name="connsiteX7-303" fmla="*/ 0 w 1043146"/>
                <a:gd name="connsiteY7-304" fmla="*/ 357582 h 410923"/>
                <a:gd name="connsiteX8-305" fmla="*/ 0 w 1043146"/>
                <a:gd name="connsiteY8-306" fmla="*/ 144224 h 410923"/>
                <a:gd name="connsiteX0-307" fmla="*/ 0 w 1045433"/>
                <a:gd name="connsiteY0-308" fmla="*/ 142706 h 409405"/>
                <a:gd name="connsiteX1-309" fmla="*/ 53341 w 1045433"/>
                <a:gd name="connsiteY1-310" fmla="*/ 89365 h 409405"/>
                <a:gd name="connsiteX2-311" fmla="*/ 690371 w 1045433"/>
                <a:gd name="connsiteY2-312" fmla="*/ 81745 h 409405"/>
                <a:gd name="connsiteX3-313" fmla="*/ 999744 w 1045433"/>
                <a:gd name="connsiteY3-314" fmla="*/ 7070 h 409405"/>
                <a:gd name="connsiteX4-315" fmla="*/ 1013460 w 1045433"/>
                <a:gd name="connsiteY4-316" fmla="*/ 281388 h 409405"/>
                <a:gd name="connsiteX5-317" fmla="*/ 708659 w 1045433"/>
                <a:gd name="connsiteY5-318" fmla="*/ 374353 h 409405"/>
                <a:gd name="connsiteX6-319" fmla="*/ 53341 w 1045433"/>
                <a:gd name="connsiteY6-320" fmla="*/ 409405 h 409405"/>
                <a:gd name="connsiteX7-321" fmla="*/ 0 w 1045433"/>
                <a:gd name="connsiteY7-322" fmla="*/ 356064 h 409405"/>
                <a:gd name="connsiteX8-323" fmla="*/ 0 w 1045433"/>
                <a:gd name="connsiteY8-324" fmla="*/ 142706 h 4094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045433" h="409405">
                  <a:moveTo>
                    <a:pt x="0" y="142706"/>
                  </a:moveTo>
                  <a:cubicBezTo>
                    <a:pt x="0" y="113247"/>
                    <a:pt x="23882" y="89365"/>
                    <a:pt x="53341" y="89365"/>
                  </a:cubicBezTo>
                  <a:cubicBezTo>
                    <a:pt x="281940" y="96985"/>
                    <a:pt x="532637" y="95461"/>
                    <a:pt x="690371" y="81745"/>
                  </a:cubicBezTo>
                  <a:cubicBezTo>
                    <a:pt x="848105" y="68029"/>
                    <a:pt x="945896" y="-26204"/>
                    <a:pt x="999744" y="7070"/>
                  </a:cubicBezTo>
                  <a:cubicBezTo>
                    <a:pt x="1053592" y="40344"/>
                    <a:pt x="1061974" y="220174"/>
                    <a:pt x="1013460" y="281388"/>
                  </a:cubicBezTo>
                  <a:cubicBezTo>
                    <a:pt x="964946" y="342602"/>
                    <a:pt x="868679" y="353017"/>
                    <a:pt x="708659" y="374353"/>
                  </a:cubicBezTo>
                  <a:cubicBezTo>
                    <a:pt x="548639" y="395689"/>
                    <a:pt x="271780" y="397721"/>
                    <a:pt x="53341" y="409405"/>
                  </a:cubicBezTo>
                  <a:cubicBezTo>
                    <a:pt x="23882" y="409405"/>
                    <a:pt x="0" y="385523"/>
                    <a:pt x="0" y="356064"/>
                  </a:cubicBezTo>
                  <a:lnTo>
                    <a:pt x="0" y="14270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XXX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40591;#340589;#340581;#340127;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阿里巴巴普惠体 B</vt:lpstr>
      <vt:lpstr>等线</vt:lpstr>
      <vt:lpstr>Arial</vt:lpstr>
      <vt:lpstr>1_Office 主题​​</vt:lpstr>
      <vt:lpstr>幻灯片版式设计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