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0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幻灯片内页版式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536363" y="6356350"/>
            <a:ext cx="655637" cy="365125"/>
          </a:xfrm>
        </p:spPr>
        <p:txBody>
          <a:bodyPr/>
          <a:lstStyle/>
          <a:p>
            <a:fld id="{7CD79A82-DA6F-4DEA-814A-FD7C6FF9CD07}" type="slidenum">
              <a:rPr lang="en-US" smtClean="0"/>
              <a:t>1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9753600" y="0"/>
            <a:ext cx="24384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0" y="1943686"/>
            <a:ext cx="9753600" cy="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79441" y="1318260"/>
            <a:ext cx="114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404040"/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rPr>
              <a:t>2020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634734" y="1478280"/>
            <a:ext cx="540533" cy="563881"/>
            <a:chOff x="1406134" y="1691640"/>
            <a:chExt cx="540533" cy="563881"/>
          </a:xfrm>
        </p:grpSpPr>
        <p:sp>
          <p:nvSpPr>
            <p:cNvPr id="11" name="椭圆 10"/>
            <p:cNvSpPr/>
            <p:nvPr/>
          </p:nvSpPr>
          <p:spPr>
            <a:xfrm>
              <a:off x="1577926" y="2058573"/>
              <a:ext cx="196948" cy="196948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406134" y="1691640"/>
              <a:ext cx="54053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sz="2000" dirty="0"/>
                <a:t>6</a:t>
              </a:r>
              <a:r>
                <a:rPr lang="zh-CN" altLang="en-US" sz="2000" dirty="0"/>
                <a:t>月</a:t>
              </a:r>
              <a:endParaRPr lang="en-US" sz="2000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937753" y="1478280"/>
            <a:ext cx="540534" cy="563881"/>
            <a:chOff x="1406133" y="1691640"/>
            <a:chExt cx="540534" cy="563881"/>
          </a:xfrm>
        </p:grpSpPr>
        <p:sp>
          <p:nvSpPr>
            <p:cNvPr id="20" name="椭圆 19"/>
            <p:cNvSpPr/>
            <p:nvPr/>
          </p:nvSpPr>
          <p:spPr>
            <a:xfrm>
              <a:off x="1577926" y="2058573"/>
              <a:ext cx="196948" cy="196948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406133" y="1691640"/>
              <a:ext cx="54053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000" dirty="0"/>
                <a:t>7</a:t>
              </a:r>
              <a:r>
                <a:rPr lang="zh-CN" altLang="en-US" sz="2000" dirty="0"/>
                <a:t>月</a:t>
              </a:r>
              <a:endParaRPr lang="en-US" sz="20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240773" y="1478280"/>
            <a:ext cx="540534" cy="563881"/>
            <a:chOff x="1406133" y="1691640"/>
            <a:chExt cx="540534" cy="563881"/>
          </a:xfrm>
        </p:grpSpPr>
        <p:sp>
          <p:nvSpPr>
            <p:cNvPr id="23" name="椭圆 22"/>
            <p:cNvSpPr/>
            <p:nvPr/>
          </p:nvSpPr>
          <p:spPr>
            <a:xfrm>
              <a:off x="1577926" y="2058573"/>
              <a:ext cx="196948" cy="196948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06133" y="1691640"/>
              <a:ext cx="54053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000" dirty="0"/>
                <a:t>8</a:t>
              </a:r>
              <a:r>
                <a:rPr lang="zh-CN" altLang="en-US" sz="2000" dirty="0"/>
                <a:t>月</a:t>
              </a:r>
              <a:endParaRPr lang="en-US" sz="20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543793" y="1478280"/>
            <a:ext cx="540534" cy="563881"/>
            <a:chOff x="1406133" y="1691640"/>
            <a:chExt cx="540534" cy="563881"/>
          </a:xfrm>
        </p:grpSpPr>
        <p:sp>
          <p:nvSpPr>
            <p:cNvPr id="26" name="椭圆 25"/>
            <p:cNvSpPr/>
            <p:nvPr/>
          </p:nvSpPr>
          <p:spPr>
            <a:xfrm>
              <a:off x="1577926" y="2058573"/>
              <a:ext cx="196948" cy="196948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06133" y="1691640"/>
              <a:ext cx="54053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000" dirty="0"/>
                <a:t>9</a:t>
              </a:r>
              <a:r>
                <a:rPr lang="zh-CN" altLang="en-US" sz="2000" dirty="0"/>
                <a:t>月</a:t>
              </a:r>
              <a:endParaRPr lang="en-US" sz="20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782694" y="1478280"/>
            <a:ext cx="668773" cy="563881"/>
            <a:chOff x="1342014" y="1691640"/>
            <a:chExt cx="668773" cy="563881"/>
          </a:xfrm>
        </p:grpSpPr>
        <p:sp>
          <p:nvSpPr>
            <p:cNvPr id="29" name="椭圆 28"/>
            <p:cNvSpPr/>
            <p:nvPr/>
          </p:nvSpPr>
          <p:spPr>
            <a:xfrm>
              <a:off x="1577926" y="2058573"/>
              <a:ext cx="196948" cy="196948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342014" y="1691640"/>
              <a:ext cx="66877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000" dirty="0"/>
                <a:t>10</a:t>
              </a:r>
              <a:r>
                <a:rPr lang="zh-CN" altLang="en-US" sz="2000" dirty="0"/>
                <a:t>月</a:t>
              </a:r>
              <a:endParaRPr lang="en-US" sz="2000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094274" y="1478280"/>
            <a:ext cx="651653" cy="563881"/>
            <a:chOff x="1350574" y="1691640"/>
            <a:chExt cx="651653" cy="563881"/>
          </a:xfrm>
        </p:grpSpPr>
        <p:sp>
          <p:nvSpPr>
            <p:cNvPr id="32" name="椭圆 31"/>
            <p:cNvSpPr/>
            <p:nvPr/>
          </p:nvSpPr>
          <p:spPr>
            <a:xfrm>
              <a:off x="1577926" y="2058573"/>
              <a:ext cx="196948" cy="196948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350574" y="1691640"/>
              <a:ext cx="651653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000" dirty="0"/>
                <a:t>11</a:t>
              </a:r>
              <a:r>
                <a:rPr lang="zh-CN" altLang="en-US" sz="2000" dirty="0"/>
                <a:t>月</a:t>
              </a:r>
              <a:endParaRPr lang="en-US" sz="2000" dirty="0"/>
            </a:p>
          </p:txBody>
        </p:sp>
      </p:grpSp>
      <p:cxnSp>
        <p:nvCxnSpPr>
          <p:cNvPr id="38" name="直接连接符 37"/>
          <p:cNvCxnSpPr/>
          <p:nvPr/>
        </p:nvCxnSpPr>
        <p:spPr>
          <a:xfrm>
            <a:off x="1905000" y="2042161"/>
            <a:ext cx="9392" cy="26109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206496" y="2042161"/>
            <a:ext cx="15240" cy="42367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4507992" y="2042161"/>
            <a:ext cx="15240" cy="42367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5809488" y="2042161"/>
            <a:ext cx="15240" cy="42367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7110984" y="2042161"/>
            <a:ext cx="15240" cy="42367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8412481" y="2042161"/>
            <a:ext cx="15240" cy="42367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5836596" y="2818739"/>
            <a:ext cx="3910519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>
          <a:xfrm>
            <a:off x="1464688" y="2334768"/>
            <a:ext cx="4381376" cy="1082464"/>
            <a:chOff x="1464688" y="2852928"/>
            <a:chExt cx="4381376" cy="885952"/>
          </a:xfrm>
        </p:grpSpPr>
        <p:sp>
          <p:nvSpPr>
            <p:cNvPr id="44" name="同侧圆角矩形 43"/>
            <p:cNvSpPr/>
            <p:nvPr/>
          </p:nvSpPr>
          <p:spPr>
            <a:xfrm>
              <a:off x="1524000" y="2852928"/>
              <a:ext cx="4322064" cy="621792"/>
            </a:xfrm>
            <a:prstGeom prst="round2Same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XXXXXXXXXXXXXXX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1524000" y="3474720"/>
              <a:ext cx="4322064" cy="2641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XXXXXXXXXXXXXXX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0" name="任意多边形 49"/>
            <p:cNvSpPr/>
            <p:nvPr/>
          </p:nvSpPr>
          <p:spPr>
            <a:xfrm rot="10800000">
              <a:off x="5337483" y="2852928"/>
              <a:ext cx="508581" cy="621792"/>
            </a:xfrm>
            <a:custGeom>
              <a:avLst/>
              <a:gdLst>
                <a:gd name="connsiteX0" fmla="*/ 508581 w 508581"/>
                <a:gd name="connsiteY0" fmla="*/ 621792 h 621792"/>
                <a:gd name="connsiteX1" fmla="*/ 103634 w 508581"/>
                <a:gd name="connsiteY1" fmla="*/ 621792 h 621792"/>
                <a:gd name="connsiteX2" fmla="*/ 0 w 508581"/>
                <a:gd name="connsiteY2" fmla="*/ 518158 h 621792"/>
                <a:gd name="connsiteX3" fmla="*/ 0 w 508581"/>
                <a:gd name="connsiteY3" fmla="*/ 0 h 621792"/>
                <a:gd name="connsiteX4" fmla="*/ 64444 w 508581"/>
                <a:gd name="connsiteY4" fmla="*/ 0 h 62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581" h="621792">
                  <a:moveTo>
                    <a:pt x="508581" y="621792"/>
                  </a:moveTo>
                  <a:lnTo>
                    <a:pt x="103634" y="621792"/>
                  </a:lnTo>
                  <a:cubicBezTo>
                    <a:pt x="46399" y="621792"/>
                    <a:pt x="0" y="575393"/>
                    <a:pt x="0" y="518158"/>
                  </a:cubicBezTo>
                  <a:lnTo>
                    <a:pt x="0" y="0"/>
                  </a:lnTo>
                  <a:lnTo>
                    <a:pt x="64444" y="0"/>
                  </a:lnTo>
                  <a:close/>
                </a:path>
              </a:pathLst>
            </a:custGeom>
            <a:gradFill flip="none" rotWithShape="1">
              <a:gsLst>
                <a:gs pos="2900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  <a:alpha val="48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64688" y="3074610"/>
              <a:ext cx="604654" cy="4282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ctr">
                <a:defRPr sz="3200">
                  <a:solidFill>
                    <a:schemeClr val="tx1">
                      <a:lumMod val="50000"/>
                      <a:lumOff val="50000"/>
                    </a:schemeClr>
                  </a:solidFill>
                  <a:latin typeface="Alibaba Sans Medium" panose="020B0603020203040204" pitchFamily="34" charset="0"/>
                  <a:cs typeface="Alibaba Sans Medium" panose="020B0603020203040204" pitchFamily="34" charset="0"/>
                </a:defRPr>
              </a:lvl1pPr>
            </a:lstStyle>
            <a:p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</a:rPr>
                <a:t>01</a:t>
              </a:r>
            </a:p>
          </p:txBody>
        </p:sp>
      </p:grpSp>
      <p:cxnSp>
        <p:nvCxnSpPr>
          <p:cNvPr id="60" name="直接箭头连接符 59"/>
          <p:cNvCxnSpPr/>
          <p:nvPr/>
        </p:nvCxnSpPr>
        <p:spPr>
          <a:xfrm>
            <a:off x="6744072" y="4203843"/>
            <a:ext cx="3003043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3206496" y="4479583"/>
            <a:ext cx="3590544" cy="322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XXXXXXXXXXXXXXX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7" name="同侧圆角矩形 56"/>
          <p:cNvSpPr/>
          <p:nvPr/>
        </p:nvSpPr>
        <p:spPr>
          <a:xfrm>
            <a:off x="3206496" y="3719872"/>
            <a:ext cx="3590544" cy="759711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XXXXXXXXXXXXX</a:t>
            </a:r>
          </a:p>
        </p:txBody>
      </p:sp>
      <p:sp>
        <p:nvSpPr>
          <p:cNvPr id="58" name="任意多边形 57"/>
          <p:cNvSpPr/>
          <p:nvPr/>
        </p:nvSpPr>
        <p:spPr>
          <a:xfrm rot="10800000">
            <a:off x="6288459" y="3719872"/>
            <a:ext cx="508581" cy="759711"/>
          </a:xfrm>
          <a:custGeom>
            <a:avLst/>
            <a:gdLst>
              <a:gd name="connsiteX0" fmla="*/ 508581 w 508581"/>
              <a:gd name="connsiteY0" fmla="*/ 621792 h 621792"/>
              <a:gd name="connsiteX1" fmla="*/ 103634 w 508581"/>
              <a:gd name="connsiteY1" fmla="*/ 621792 h 621792"/>
              <a:gd name="connsiteX2" fmla="*/ 0 w 508581"/>
              <a:gd name="connsiteY2" fmla="*/ 518158 h 621792"/>
              <a:gd name="connsiteX3" fmla="*/ 0 w 508581"/>
              <a:gd name="connsiteY3" fmla="*/ 0 h 621792"/>
              <a:gd name="connsiteX4" fmla="*/ 64444 w 508581"/>
              <a:gd name="connsiteY4" fmla="*/ 0 h 62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581" h="621792">
                <a:moveTo>
                  <a:pt x="508581" y="621792"/>
                </a:moveTo>
                <a:lnTo>
                  <a:pt x="103634" y="621792"/>
                </a:lnTo>
                <a:cubicBezTo>
                  <a:pt x="46399" y="621792"/>
                  <a:pt x="0" y="575393"/>
                  <a:pt x="0" y="518158"/>
                </a:cubicBezTo>
                <a:lnTo>
                  <a:pt x="0" y="0"/>
                </a:lnTo>
                <a:lnTo>
                  <a:pt x="64444" y="0"/>
                </a:lnTo>
                <a:close/>
              </a:path>
            </a:pathLst>
          </a:custGeom>
          <a:gradFill flip="none" rotWithShape="1">
            <a:gsLst>
              <a:gs pos="29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文本框 58"/>
          <p:cNvSpPr txBox="1"/>
          <p:nvPr/>
        </p:nvSpPr>
        <p:spPr>
          <a:xfrm>
            <a:off x="3147184" y="3990725"/>
            <a:ext cx="604654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defRPr>
            </a:lvl1pPr>
          </a:lstStyle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02</a:t>
            </a:r>
          </a:p>
        </p:txBody>
      </p:sp>
      <p:grpSp>
        <p:nvGrpSpPr>
          <p:cNvPr id="95" name="组合 94"/>
          <p:cNvGrpSpPr/>
          <p:nvPr/>
        </p:nvGrpSpPr>
        <p:grpSpPr>
          <a:xfrm>
            <a:off x="363359" y="2334768"/>
            <a:ext cx="884255" cy="2271056"/>
            <a:chOff x="363359" y="2334768"/>
            <a:chExt cx="884255" cy="2105152"/>
          </a:xfrm>
        </p:grpSpPr>
        <p:grpSp>
          <p:nvGrpSpPr>
            <p:cNvPr id="86" name="组合 85"/>
            <p:cNvGrpSpPr/>
            <p:nvPr/>
          </p:nvGrpSpPr>
          <p:grpSpPr>
            <a:xfrm>
              <a:off x="627687" y="2334768"/>
              <a:ext cx="355600" cy="2105152"/>
              <a:chOff x="426720" y="2334768"/>
              <a:chExt cx="355600" cy="2105152"/>
            </a:xfrm>
          </p:grpSpPr>
          <p:cxnSp>
            <p:nvCxnSpPr>
              <p:cNvPr id="81" name="直接连接符 80"/>
              <p:cNvCxnSpPr/>
              <p:nvPr/>
            </p:nvCxnSpPr>
            <p:spPr>
              <a:xfrm>
                <a:off x="426720" y="2334768"/>
                <a:ext cx="355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426720" y="4439920"/>
                <a:ext cx="355600" cy="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604520" y="2334768"/>
                <a:ext cx="0" cy="210515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文本框 84"/>
            <p:cNvSpPr txBox="1"/>
            <p:nvPr/>
          </p:nvSpPr>
          <p:spPr>
            <a:xfrm>
              <a:off x="363359" y="3087786"/>
              <a:ext cx="884255" cy="5991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dirty="0"/>
                <a:t>XXXXXXX</a:t>
              </a:r>
              <a:endParaRPr lang="en-US" dirty="0"/>
            </a:p>
          </p:txBody>
        </p:sp>
      </p:grpSp>
      <p:cxnSp>
        <p:nvCxnSpPr>
          <p:cNvPr id="75" name="直接箭头连接符 74"/>
          <p:cNvCxnSpPr/>
          <p:nvPr/>
        </p:nvCxnSpPr>
        <p:spPr>
          <a:xfrm>
            <a:off x="8087360" y="5588947"/>
            <a:ext cx="165975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4514435" y="5864687"/>
            <a:ext cx="3590544" cy="3227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XXXXXXXXXXXXXXX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2" name="同侧圆角矩形 71"/>
          <p:cNvSpPr/>
          <p:nvPr/>
        </p:nvSpPr>
        <p:spPr>
          <a:xfrm>
            <a:off x="4514435" y="5104976"/>
            <a:ext cx="3590544" cy="759711"/>
          </a:xfrm>
          <a:prstGeom prst="round2SameRect">
            <a:avLst/>
          </a:prstGeom>
          <a:gradFill flip="none" rotWithShape="1">
            <a:gsLst>
              <a:gs pos="19000">
                <a:schemeClr val="accent2"/>
              </a:gs>
              <a:gs pos="0">
                <a:schemeClr val="accent2">
                  <a:lumMod val="75000"/>
                  <a:alpha val="9100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XXXXXXXXXXXX</a:t>
            </a:r>
          </a:p>
        </p:txBody>
      </p:sp>
      <p:sp>
        <p:nvSpPr>
          <p:cNvPr id="73" name="任意多边形 72"/>
          <p:cNvSpPr/>
          <p:nvPr/>
        </p:nvSpPr>
        <p:spPr>
          <a:xfrm rot="10800000">
            <a:off x="7596398" y="5104976"/>
            <a:ext cx="508581" cy="759711"/>
          </a:xfrm>
          <a:custGeom>
            <a:avLst/>
            <a:gdLst>
              <a:gd name="connsiteX0" fmla="*/ 508581 w 508581"/>
              <a:gd name="connsiteY0" fmla="*/ 621792 h 621792"/>
              <a:gd name="connsiteX1" fmla="*/ 103634 w 508581"/>
              <a:gd name="connsiteY1" fmla="*/ 621792 h 621792"/>
              <a:gd name="connsiteX2" fmla="*/ 0 w 508581"/>
              <a:gd name="connsiteY2" fmla="*/ 518158 h 621792"/>
              <a:gd name="connsiteX3" fmla="*/ 0 w 508581"/>
              <a:gd name="connsiteY3" fmla="*/ 0 h 621792"/>
              <a:gd name="connsiteX4" fmla="*/ 64444 w 508581"/>
              <a:gd name="connsiteY4" fmla="*/ 0 h 621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581" h="621792">
                <a:moveTo>
                  <a:pt x="508581" y="621792"/>
                </a:moveTo>
                <a:lnTo>
                  <a:pt x="103634" y="621792"/>
                </a:lnTo>
                <a:cubicBezTo>
                  <a:pt x="46399" y="621792"/>
                  <a:pt x="0" y="575393"/>
                  <a:pt x="0" y="518158"/>
                </a:cubicBezTo>
                <a:lnTo>
                  <a:pt x="0" y="0"/>
                </a:lnTo>
                <a:lnTo>
                  <a:pt x="64444" y="0"/>
                </a:lnTo>
                <a:close/>
              </a:path>
            </a:pathLst>
          </a:custGeom>
          <a:gradFill flip="none" rotWithShape="1">
            <a:gsLst>
              <a:gs pos="29000">
                <a:schemeClr val="accent2">
                  <a:lumMod val="20000"/>
                  <a:lumOff val="80000"/>
                  <a:alpha val="0"/>
                </a:schemeClr>
              </a:gs>
              <a:gs pos="100000">
                <a:schemeClr val="accent2">
                  <a:lumMod val="20000"/>
                  <a:lumOff val="80000"/>
                  <a:alpha val="4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文本框 73"/>
          <p:cNvSpPr txBox="1"/>
          <p:nvPr/>
        </p:nvSpPr>
        <p:spPr>
          <a:xfrm>
            <a:off x="4455123" y="5375829"/>
            <a:ext cx="604654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defRPr>
            </a:lvl1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03</a:t>
            </a:r>
          </a:p>
        </p:txBody>
      </p:sp>
      <p:grpSp>
        <p:nvGrpSpPr>
          <p:cNvPr id="87" name="组合 86"/>
          <p:cNvGrpSpPr/>
          <p:nvPr/>
        </p:nvGrpSpPr>
        <p:grpSpPr>
          <a:xfrm>
            <a:off x="3614727" y="5104975"/>
            <a:ext cx="355600" cy="1082464"/>
            <a:chOff x="426720" y="2334768"/>
            <a:chExt cx="355600" cy="2105152"/>
          </a:xfrm>
        </p:grpSpPr>
        <p:cxnSp>
          <p:nvCxnSpPr>
            <p:cNvPr id="88" name="直接连接符 87"/>
            <p:cNvCxnSpPr/>
            <p:nvPr/>
          </p:nvCxnSpPr>
          <p:spPr>
            <a:xfrm>
              <a:off x="426720" y="2334768"/>
              <a:ext cx="35560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>
              <a:off x="426720" y="4439920"/>
              <a:ext cx="35560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604520" y="2334768"/>
              <a:ext cx="0" cy="2105152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90"/>
          <p:cNvSpPr txBox="1"/>
          <p:nvPr/>
        </p:nvSpPr>
        <p:spPr>
          <a:xfrm>
            <a:off x="3350399" y="5323041"/>
            <a:ext cx="88425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dirty="0"/>
              <a:t>XXXXXXX</a:t>
            </a:r>
            <a:endParaRPr lang="en-US" dirty="0"/>
          </a:p>
        </p:txBody>
      </p:sp>
      <p:sp>
        <p:nvSpPr>
          <p:cNvPr id="97" name="直角三角形 96"/>
          <p:cNvSpPr/>
          <p:nvPr/>
        </p:nvSpPr>
        <p:spPr>
          <a:xfrm rot="10800000">
            <a:off x="9753599" y="0"/>
            <a:ext cx="2438400" cy="6858000"/>
          </a:xfrm>
          <a:prstGeom prst="rtTriangle">
            <a:avLst/>
          </a:prstGeom>
          <a:gradFill flip="none" rotWithShape="1">
            <a:gsLst>
              <a:gs pos="2900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4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9768408" y="1943686"/>
            <a:ext cx="190543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207361" y="1318260"/>
            <a:ext cx="114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rPr>
              <a:t>2021</a:t>
            </a:r>
          </a:p>
        </p:txBody>
      </p:sp>
      <p:sp>
        <p:nvSpPr>
          <p:cNvPr id="35" name="椭圆 34"/>
          <p:cNvSpPr/>
          <p:nvPr/>
        </p:nvSpPr>
        <p:spPr>
          <a:xfrm>
            <a:off x="9624646" y="1845213"/>
            <a:ext cx="196948" cy="196948"/>
          </a:xfrm>
          <a:prstGeom prst="ellips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492369" y="5355550"/>
            <a:ext cx="2494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XXXXXXXXXXXXXXXXXXXXXXXXXXXXXXXXXXXXXXXXX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71973" y="4909295"/>
            <a:ext cx="362523" cy="335283"/>
          </a:xfrm>
          <a:custGeom>
            <a:avLst/>
            <a:gdLst/>
            <a:ahLst/>
            <a:cxnLst/>
            <a:rect l="l" t="t" r="r" b="b"/>
            <a:pathLst>
              <a:path w="57931" h="53578">
                <a:moveTo>
                  <a:pt x="53020" y="0"/>
                </a:moveTo>
                <a:lnTo>
                  <a:pt x="57931" y="7813"/>
                </a:lnTo>
                <a:cubicBezTo>
                  <a:pt x="53838" y="9525"/>
                  <a:pt x="50824" y="12074"/>
                  <a:pt x="48890" y="15460"/>
                </a:cubicBezTo>
                <a:cubicBezTo>
                  <a:pt x="46955" y="18845"/>
                  <a:pt x="45876" y="23775"/>
                  <a:pt x="45653" y="30249"/>
                </a:cubicBezTo>
                <a:lnTo>
                  <a:pt x="56145" y="30249"/>
                </a:lnTo>
                <a:lnTo>
                  <a:pt x="56145" y="53578"/>
                </a:lnTo>
                <a:lnTo>
                  <a:pt x="34602" y="53578"/>
                </a:lnTo>
                <a:lnTo>
                  <a:pt x="34602" y="35161"/>
                </a:lnTo>
                <a:cubicBezTo>
                  <a:pt x="34602" y="25189"/>
                  <a:pt x="35793" y="17971"/>
                  <a:pt x="38174" y="13506"/>
                </a:cubicBezTo>
                <a:cubicBezTo>
                  <a:pt x="41299" y="7553"/>
                  <a:pt x="46248" y="3051"/>
                  <a:pt x="53020" y="0"/>
                </a:cubicBezTo>
                <a:close/>
                <a:moveTo>
                  <a:pt x="18417" y="0"/>
                </a:moveTo>
                <a:lnTo>
                  <a:pt x="23328" y="7813"/>
                </a:lnTo>
                <a:cubicBezTo>
                  <a:pt x="19236" y="9525"/>
                  <a:pt x="16222" y="12074"/>
                  <a:pt x="14287" y="15460"/>
                </a:cubicBezTo>
                <a:cubicBezTo>
                  <a:pt x="12352" y="18845"/>
                  <a:pt x="11273" y="23775"/>
                  <a:pt x="11050" y="30249"/>
                </a:cubicBezTo>
                <a:lnTo>
                  <a:pt x="21543" y="30249"/>
                </a:lnTo>
                <a:lnTo>
                  <a:pt x="21543" y="53578"/>
                </a:lnTo>
                <a:lnTo>
                  <a:pt x="0" y="53578"/>
                </a:lnTo>
                <a:lnTo>
                  <a:pt x="0" y="35161"/>
                </a:lnTo>
                <a:cubicBezTo>
                  <a:pt x="0" y="25189"/>
                  <a:pt x="1190" y="17971"/>
                  <a:pt x="3572" y="13506"/>
                </a:cubicBezTo>
                <a:cubicBezTo>
                  <a:pt x="6697" y="7553"/>
                  <a:pt x="11645" y="3051"/>
                  <a:pt x="1841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en-US" dirty="0"/>
          </a:p>
        </p:txBody>
      </p:sp>
      <p:sp>
        <p:nvSpPr>
          <p:cNvPr id="117" name="文本框 116"/>
          <p:cNvSpPr txBox="1"/>
          <p:nvPr/>
        </p:nvSpPr>
        <p:spPr>
          <a:xfrm>
            <a:off x="9964616" y="5355550"/>
            <a:ext cx="2016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XXXXXXXXXXXXXXXXXXXXXXXXXXXXXXX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10081845" y="4909295"/>
            <a:ext cx="362523" cy="335283"/>
          </a:xfrm>
          <a:custGeom>
            <a:avLst/>
            <a:gdLst/>
            <a:ahLst/>
            <a:cxnLst/>
            <a:rect l="l" t="t" r="r" b="b"/>
            <a:pathLst>
              <a:path w="57931" h="53578">
                <a:moveTo>
                  <a:pt x="53020" y="0"/>
                </a:moveTo>
                <a:lnTo>
                  <a:pt x="57931" y="7813"/>
                </a:lnTo>
                <a:cubicBezTo>
                  <a:pt x="53838" y="9525"/>
                  <a:pt x="50824" y="12074"/>
                  <a:pt x="48890" y="15460"/>
                </a:cubicBezTo>
                <a:cubicBezTo>
                  <a:pt x="46955" y="18845"/>
                  <a:pt x="45876" y="23775"/>
                  <a:pt x="45653" y="30249"/>
                </a:cubicBezTo>
                <a:lnTo>
                  <a:pt x="56145" y="30249"/>
                </a:lnTo>
                <a:lnTo>
                  <a:pt x="56145" y="53578"/>
                </a:lnTo>
                <a:lnTo>
                  <a:pt x="34602" y="53578"/>
                </a:lnTo>
                <a:lnTo>
                  <a:pt x="34602" y="35161"/>
                </a:lnTo>
                <a:cubicBezTo>
                  <a:pt x="34602" y="25189"/>
                  <a:pt x="35793" y="17971"/>
                  <a:pt x="38174" y="13506"/>
                </a:cubicBezTo>
                <a:cubicBezTo>
                  <a:pt x="41299" y="7553"/>
                  <a:pt x="46248" y="3051"/>
                  <a:pt x="53020" y="0"/>
                </a:cubicBezTo>
                <a:close/>
                <a:moveTo>
                  <a:pt x="18417" y="0"/>
                </a:moveTo>
                <a:lnTo>
                  <a:pt x="23328" y="7813"/>
                </a:lnTo>
                <a:cubicBezTo>
                  <a:pt x="19236" y="9525"/>
                  <a:pt x="16222" y="12074"/>
                  <a:pt x="14287" y="15460"/>
                </a:cubicBezTo>
                <a:cubicBezTo>
                  <a:pt x="12352" y="18845"/>
                  <a:pt x="11273" y="23775"/>
                  <a:pt x="11050" y="30249"/>
                </a:cubicBezTo>
                <a:lnTo>
                  <a:pt x="21543" y="30249"/>
                </a:lnTo>
                <a:lnTo>
                  <a:pt x="21543" y="53578"/>
                </a:lnTo>
                <a:lnTo>
                  <a:pt x="0" y="53578"/>
                </a:lnTo>
                <a:lnTo>
                  <a:pt x="0" y="35161"/>
                </a:lnTo>
                <a:cubicBezTo>
                  <a:pt x="0" y="25189"/>
                  <a:pt x="1190" y="17971"/>
                  <a:pt x="3572" y="13506"/>
                </a:cubicBezTo>
                <a:cubicBezTo>
                  <a:pt x="6697" y="7553"/>
                  <a:pt x="11645" y="3051"/>
                  <a:pt x="184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Alibaba Sans Medium</vt:lpstr>
      <vt:lpstr>阿里巴巴普惠体 B</vt:lpstr>
      <vt:lpstr>等线</vt:lpstr>
      <vt:lpstr>Arial</vt:lpstr>
      <vt:lpstr>1_Office 主题​​</vt:lpstr>
      <vt:lpstr>幻灯片内页版式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