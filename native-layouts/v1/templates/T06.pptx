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5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2C"/>
    <a:srgbClr val="0047FF"/>
    <a:srgbClr val="6691FF"/>
    <a:srgbClr val="CCDAFF"/>
    <a:srgbClr val="BABABA"/>
    <a:srgbClr val="8FC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6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E440-D17D-4DA4-A5AD-82F3EB61E2A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D8B05-958A-4CAD-AE34-AC88CBBBC5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242483"/>
            <a:ext cx="11266026" cy="578454"/>
          </a:xfrm>
        </p:spPr>
        <p:txBody>
          <a:bodyPr lIns="0" tIns="0" rIns="0" bIns="0">
            <a:noAutofit/>
          </a:bodyPr>
          <a:lstStyle>
            <a:lvl1pPr>
              <a:defRPr sz="2800" b="0">
                <a:solidFill>
                  <a:schemeClr val="tx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31260" y="6356350"/>
            <a:ext cx="655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9A82-DA6F-4DEA-814A-FD7C6FF9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8020E0-1C4F-4D89-9FD1-EC2E5B71218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6939280" y="1505095"/>
            <a:ext cx="4762147" cy="129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 23"/>
          <p:cNvSpPr/>
          <p:nvPr/>
        </p:nvSpPr>
        <p:spPr>
          <a:xfrm>
            <a:off x="7813039" y="3030981"/>
            <a:ext cx="3888387" cy="129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矩形 24"/>
          <p:cNvSpPr/>
          <p:nvPr/>
        </p:nvSpPr>
        <p:spPr>
          <a:xfrm>
            <a:off x="6939280" y="4556867"/>
            <a:ext cx="4762147" cy="129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任意多边形 36"/>
          <p:cNvSpPr>
            <a:spLocks noChangeAspect="1"/>
          </p:cNvSpPr>
          <p:nvPr/>
        </p:nvSpPr>
        <p:spPr>
          <a:xfrm flipH="1">
            <a:off x="10234581" y="1620884"/>
            <a:ext cx="1363059" cy="1065977"/>
          </a:xfrm>
          <a:custGeom>
            <a:avLst/>
            <a:gdLst>
              <a:gd name="connsiteX0" fmla="*/ 0 w 4019341"/>
              <a:gd name="connsiteY0" fmla="*/ 0 h 1499880"/>
              <a:gd name="connsiteX1" fmla="*/ 4019341 w 4019341"/>
              <a:gd name="connsiteY1" fmla="*/ 0 h 1499880"/>
              <a:gd name="connsiteX2" fmla="*/ 4019341 w 4019341"/>
              <a:gd name="connsiteY2" fmla="*/ 1499880 h 1499880"/>
              <a:gd name="connsiteX3" fmla="*/ 0 w 4019341"/>
              <a:gd name="connsiteY3" fmla="*/ 1499880 h 149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41" h="1499880">
                <a:moveTo>
                  <a:pt x="0" y="0"/>
                </a:moveTo>
                <a:lnTo>
                  <a:pt x="4019341" y="0"/>
                </a:lnTo>
                <a:lnTo>
                  <a:pt x="4019341" y="1499880"/>
                </a:lnTo>
                <a:lnTo>
                  <a:pt x="0" y="149988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1" t="-22493" r="-109572" b="-7876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文本框 37"/>
          <p:cNvSpPr txBox="1"/>
          <p:nvPr/>
        </p:nvSpPr>
        <p:spPr>
          <a:xfrm flipH="1">
            <a:off x="8207661" y="1620884"/>
            <a:ext cx="1897380" cy="10659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1600" dirty="0"/>
              <a:t>XXXXXXXXXXXXXXXX</a:t>
            </a:r>
            <a:r>
              <a:rPr lang="en-US" altLang="zh-CN" sz="1600" dirty="0"/>
              <a:t>XXXXX</a:t>
            </a:r>
            <a:endParaRPr lang="en-US" sz="1600" dirty="0"/>
          </a:p>
        </p:txBody>
      </p:sp>
      <p:sp>
        <p:nvSpPr>
          <p:cNvPr id="40" name="任意多边形 39"/>
          <p:cNvSpPr>
            <a:spLocks noChangeAspect="1"/>
          </p:cNvSpPr>
          <p:nvPr/>
        </p:nvSpPr>
        <p:spPr>
          <a:xfrm flipH="1">
            <a:off x="10234581" y="3146770"/>
            <a:ext cx="1363059" cy="1065977"/>
          </a:xfrm>
          <a:custGeom>
            <a:avLst/>
            <a:gdLst>
              <a:gd name="connsiteX0" fmla="*/ 0 w 4019341"/>
              <a:gd name="connsiteY0" fmla="*/ 0 h 1499880"/>
              <a:gd name="connsiteX1" fmla="*/ 4019341 w 4019341"/>
              <a:gd name="connsiteY1" fmla="*/ 0 h 1499880"/>
              <a:gd name="connsiteX2" fmla="*/ 4019341 w 4019341"/>
              <a:gd name="connsiteY2" fmla="*/ 1499880 h 1499880"/>
              <a:gd name="connsiteX3" fmla="*/ 0 w 4019341"/>
              <a:gd name="connsiteY3" fmla="*/ 1499880 h 149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41" h="1499880">
                <a:moveTo>
                  <a:pt x="0" y="0"/>
                </a:moveTo>
                <a:lnTo>
                  <a:pt x="4019341" y="0"/>
                </a:lnTo>
                <a:lnTo>
                  <a:pt x="4019341" y="1499880"/>
                </a:lnTo>
                <a:lnTo>
                  <a:pt x="0" y="149988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1" t="-22493" r="-109572" b="-7876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文本框 40"/>
          <p:cNvSpPr txBox="1"/>
          <p:nvPr/>
        </p:nvSpPr>
        <p:spPr>
          <a:xfrm flipH="1">
            <a:off x="8686799" y="3146770"/>
            <a:ext cx="1418241" cy="10659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1600" dirty="0"/>
              <a:t>XXXXXXXXXXXXXX</a:t>
            </a:r>
          </a:p>
        </p:txBody>
      </p:sp>
      <p:sp>
        <p:nvSpPr>
          <p:cNvPr id="43" name="任意多边形 42"/>
          <p:cNvSpPr>
            <a:spLocks noChangeAspect="1"/>
          </p:cNvSpPr>
          <p:nvPr/>
        </p:nvSpPr>
        <p:spPr>
          <a:xfrm flipH="1">
            <a:off x="10234581" y="4672655"/>
            <a:ext cx="1363059" cy="1065977"/>
          </a:xfrm>
          <a:custGeom>
            <a:avLst/>
            <a:gdLst>
              <a:gd name="connsiteX0" fmla="*/ 0 w 4019341"/>
              <a:gd name="connsiteY0" fmla="*/ 0 h 1499880"/>
              <a:gd name="connsiteX1" fmla="*/ 4019341 w 4019341"/>
              <a:gd name="connsiteY1" fmla="*/ 0 h 1499880"/>
              <a:gd name="connsiteX2" fmla="*/ 4019341 w 4019341"/>
              <a:gd name="connsiteY2" fmla="*/ 1499880 h 1499880"/>
              <a:gd name="connsiteX3" fmla="*/ 0 w 4019341"/>
              <a:gd name="connsiteY3" fmla="*/ 1499880 h 149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41" h="1499880">
                <a:moveTo>
                  <a:pt x="0" y="0"/>
                </a:moveTo>
                <a:lnTo>
                  <a:pt x="4019341" y="0"/>
                </a:lnTo>
                <a:lnTo>
                  <a:pt x="4019341" y="1499880"/>
                </a:lnTo>
                <a:lnTo>
                  <a:pt x="0" y="149988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1" t="-22493" r="-109572" b="-7876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文本框 43"/>
          <p:cNvSpPr txBox="1"/>
          <p:nvPr/>
        </p:nvSpPr>
        <p:spPr>
          <a:xfrm flipH="1">
            <a:off x="8207661" y="4672655"/>
            <a:ext cx="1897380" cy="10659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1600" dirty="0"/>
              <a:t>XXXXXXXXXXXXXXXX</a:t>
            </a:r>
            <a:r>
              <a:rPr lang="en-US" altLang="zh-CN" sz="1600" dirty="0"/>
              <a:t>XXXXX</a:t>
            </a:r>
            <a:endParaRPr lang="en-US" sz="1600" dirty="0"/>
          </a:p>
        </p:txBody>
      </p:sp>
      <p:sp>
        <p:nvSpPr>
          <p:cNvPr id="20" name="矩形 19"/>
          <p:cNvSpPr/>
          <p:nvPr/>
        </p:nvSpPr>
        <p:spPr>
          <a:xfrm>
            <a:off x="490572" y="1505095"/>
            <a:ext cx="4812947" cy="129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 20"/>
          <p:cNvSpPr/>
          <p:nvPr/>
        </p:nvSpPr>
        <p:spPr>
          <a:xfrm>
            <a:off x="490573" y="3030981"/>
            <a:ext cx="3868067" cy="1297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2800" b="1"/>
          </a:p>
        </p:txBody>
      </p:sp>
      <p:sp>
        <p:nvSpPr>
          <p:cNvPr id="22" name="矩形 21"/>
          <p:cNvSpPr/>
          <p:nvPr/>
        </p:nvSpPr>
        <p:spPr>
          <a:xfrm>
            <a:off x="490572" y="4556867"/>
            <a:ext cx="4812947" cy="129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幻灯片内页版式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536363" y="6356350"/>
            <a:ext cx="655637" cy="365125"/>
          </a:xfrm>
        </p:spPr>
        <p:txBody>
          <a:bodyPr/>
          <a:lstStyle/>
          <a:p>
            <a:fld id="{7CD79A82-DA6F-4DEA-814A-FD7C6FF9CD07}" type="slidenum">
              <a:rPr lang="en-US" smtClean="0"/>
              <a:t>1</a:t>
            </a:fld>
            <a:endParaRPr lang="en-US"/>
          </a:p>
        </p:txBody>
      </p:sp>
      <p:grpSp>
        <p:nvGrpSpPr>
          <p:cNvPr id="9" name="组合 8"/>
          <p:cNvGrpSpPr/>
          <p:nvPr/>
        </p:nvGrpSpPr>
        <p:grpSpPr>
          <a:xfrm>
            <a:off x="3925059" y="1768272"/>
            <a:ext cx="4341882" cy="3822972"/>
            <a:chOff x="3428998" y="1080740"/>
            <a:chExt cx="5334002" cy="4696522"/>
          </a:xfrm>
          <a:effectLst/>
        </p:grpSpPr>
        <p:sp>
          <p:nvSpPr>
            <p:cNvPr id="7" name="Freeform 6"/>
            <p:cNvSpPr/>
            <p:nvPr/>
          </p:nvSpPr>
          <p:spPr bwMode="auto">
            <a:xfrm rot="5400000">
              <a:off x="3747738" y="762000"/>
              <a:ext cx="4696522" cy="5334002"/>
            </a:xfrm>
            <a:custGeom>
              <a:avLst/>
              <a:gdLst>
                <a:gd name="T0" fmla="*/ 1347 w 2827"/>
                <a:gd name="T1" fmla="*/ 24 h 3221"/>
                <a:gd name="T2" fmla="*/ 1486 w 2827"/>
                <a:gd name="T3" fmla="*/ 26 h 3221"/>
                <a:gd name="T4" fmla="*/ 2752 w 2827"/>
                <a:gd name="T5" fmla="*/ 758 h 3221"/>
                <a:gd name="T6" fmla="*/ 2824 w 2827"/>
                <a:gd name="T7" fmla="*/ 882 h 3221"/>
                <a:gd name="T8" fmla="*/ 2824 w 2827"/>
                <a:gd name="T9" fmla="*/ 2344 h 3221"/>
                <a:gd name="T10" fmla="*/ 2757 w 2827"/>
                <a:gd name="T11" fmla="*/ 2466 h 3221"/>
                <a:gd name="T12" fmla="*/ 1491 w 2827"/>
                <a:gd name="T13" fmla="*/ 3197 h 3221"/>
                <a:gd name="T14" fmla="*/ 1341 w 2827"/>
                <a:gd name="T15" fmla="*/ 3201 h 3221"/>
                <a:gd name="T16" fmla="*/ 75 w 2827"/>
                <a:gd name="T17" fmla="*/ 2469 h 3221"/>
                <a:gd name="T18" fmla="*/ 3 w 2827"/>
                <a:gd name="T19" fmla="*/ 2345 h 3221"/>
                <a:gd name="T20" fmla="*/ 3 w 2827"/>
                <a:gd name="T21" fmla="*/ 883 h 3221"/>
                <a:gd name="T22" fmla="*/ 81 w 2827"/>
                <a:gd name="T23" fmla="*/ 755 h 3221"/>
                <a:gd name="T24" fmla="*/ 1347 w 2827"/>
                <a:gd name="T25" fmla="*/ 24 h 3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27" h="3221">
                  <a:moveTo>
                    <a:pt x="1347" y="24"/>
                  </a:moveTo>
                  <a:cubicBezTo>
                    <a:pt x="1388" y="0"/>
                    <a:pt x="1448" y="7"/>
                    <a:pt x="1486" y="26"/>
                  </a:cubicBezTo>
                  <a:cubicBezTo>
                    <a:pt x="2752" y="758"/>
                    <a:pt x="2752" y="758"/>
                    <a:pt x="2752" y="758"/>
                  </a:cubicBezTo>
                  <a:cubicBezTo>
                    <a:pt x="2791" y="777"/>
                    <a:pt x="2827" y="839"/>
                    <a:pt x="2824" y="882"/>
                  </a:cubicBezTo>
                  <a:cubicBezTo>
                    <a:pt x="2824" y="2344"/>
                    <a:pt x="2824" y="2344"/>
                    <a:pt x="2824" y="2344"/>
                  </a:cubicBezTo>
                  <a:cubicBezTo>
                    <a:pt x="2822" y="2387"/>
                    <a:pt x="2798" y="2442"/>
                    <a:pt x="2757" y="2466"/>
                  </a:cubicBezTo>
                  <a:cubicBezTo>
                    <a:pt x="1491" y="3197"/>
                    <a:pt x="1491" y="3197"/>
                    <a:pt x="1491" y="3197"/>
                  </a:cubicBezTo>
                  <a:cubicBezTo>
                    <a:pt x="1449" y="3221"/>
                    <a:pt x="1380" y="3220"/>
                    <a:pt x="1341" y="3201"/>
                  </a:cubicBezTo>
                  <a:cubicBezTo>
                    <a:pt x="75" y="2469"/>
                    <a:pt x="75" y="2469"/>
                    <a:pt x="75" y="2469"/>
                  </a:cubicBezTo>
                  <a:cubicBezTo>
                    <a:pt x="36" y="2450"/>
                    <a:pt x="0" y="2388"/>
                    <a:pt x="3" y="2345"/>
                  </a:cubicBezTo>
                  <a:cubicBezTo>
                    <a:pt x="3" y="883"/>
                    <a:pt x="3" y="883"/>
                    <a:pt x="3" y="883"/>
                  </a:cubicBezTo>
                  <a:cubicBezTo>
                    <a:pt x="6" y="840"/>
                    <a:pt x="39" y="779"/>
                    <a:pt x="81" y="755"/>
                  </a:cubicBezTo>
                  <a:lnTo>
                    <a:pt x="1347" y="24"/>
                  </a:lnTo>
                  <a:close/>
                </a:path>
              </a:pathLst>
            </a:custGeom>
            <a:solidFill>
              <a:schemeClr val="bg1">
                <a:lumMod val="75000"/>
                <a:alpha val="45000"/>
              </a:schemeClr>
            </a:solidFill>
            <a:ln w="76200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 bwMode="auto">
            <a:xfrm rot="5400000">
              <a:off x="4003374" y="1052333"/>
              <a:ext cx="4185252" cy="4753336"/>
            </a:xfrm>
            <a:custGeom>
              <a:avLst/>
              <a:gdLst>
                <a:gd name="T0" fmla="*/ 1347 w 2827"/>
                <a:gd name="T1" fmla="*/ 24 h 3221"/>
                <a:gd name="T2" fmla="*/ 1486 w 2827"/>
                <a:gd name="T3" fmla="*/ 26 h 3221"/>
                <a:gd name="T4" fmla="*/ 2752 w 2827"/>
                <a:gd name="T5" fmla="*/ 758 h 3221"/>
                <a:gd name="T6" fmla="*/ 2824 w 2827"/>
                <a:gd name="T7" fmla="*/ 882 h 3221"/>
                <a:gd name="T8" fmla="*/ 2824 w 2827"/>
                <a:gd name="T9" fmla="*/ 2344 h 3221"/>
                <a:gd name="T10" fmla="*/ 2757 w 2827"/>
                <a:gd name="T11" fmla="*/ 2466 h 3221"/>
                <a:gd name="T12" fmla="*/ 1491 w 2827"/>
                <a:gd name="T13" fmla="*/ 3197 h 3221"/>
                <a:gd name="T14" fmla="*/ 1341 w 2827"/>
                <a:gd name="T15" fmla="*/ 3201 h 3221"/>
                <a:gd name="T16" fmla="*/ 75 w 2827"/>
                <a:gd name="T17" fmla="*/ 2469 h 3221"/>
                <a:gd name="T18" fmla="*/ 3 w 2827"/>
                <a:gd name="T19" fmla="*/ 2345 h 3221"/>
                <a:gd name="T20" fmla="*/ 3 w 2827"/>
                <a:gd name="T21" fmla="*/ 883 h 3221"/>
                <a:gd name="T22" fmla="*/ 81 w 2827"/>
                <a:gd name="T23" fmla="*/ 755 h 3221"/>
                <a:gd name="T24" fmla="*/ 1347 w 2827"/>
                <a:gd name="T25" fmla="*/ 24 h 3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27" h="3221">
                  <a:moveTo>
                    <a:pt x="1347" y="24"/>
                  </a:moveTo>
                  <a:cubicBezTo>
                    <a:pt x="1388" y="0"/>
                    <a:pt x="1448" y="7"/>
                    <a:pt x="1486" y="26"/>
                  </a:cubicBezTo>
                  <a:cubicBezTo>
                    <a:pt x="2752" y="758"/>
                    <a:pt x="2752" y="758"/>
                    <a:pt x="2752" y="758"/>
                  </a:cubicBezTo>
                  <a:cubicBezTo>
                    <a:pt x="2791" y="777"/>
                    <a:pt x="2827" y="839"/>
                    <a:pt x="2824" y="882"/>
                  </a:cubicBezTo>
                  <a:cubicBezTo>
                    <a:pt x="2824" y="2344"/>
                    <a:pt x="2824" y="2344"/>
                    <a:pt x="2824" y="2344"/>
                  </a:cubicBezTo>
                  <a:cubicBezTo>
                    <a:pt x="2822" y="2387"/>
                    <a:pt x="2798" y="2442"/>
                    <a:pt x="2757" y="2466"/>
                  </a:cubicBezTo>
                  <a:cubicBezTo>
                    <a:pt x="1491" y="3197"/>
                    <a:pt x="1491" y="3197"/>
                    <a:pt x="1491" y="3197"/>
                  </a:cubicBezTo>
                  <a:cubicBezTo>
                    <a:pt x="1449" y="3221"/>
                    <a:pt x="1380" y="3220"/>
                    <a:pt x="1341" y="3201"/>
                  </a:cubicBezTo>
                  <a:cubicBezTo>
                    <a:pt x="75" y="2469"/>
                    <a:pt x="75" y="2469"/>
                    <a:pt x="75" y="2469"/>
                  </a:cubicBezTo>
                  <a:cubicBezTo>
                    <a:pt x="36" y="2450"/>
                    <a:pt x="0" y="2388"/>
                    <a:pt x="3" y="2345"/>
                  </a:cubicBezTo>
                  <a:cubicBezTo>
                    <a:pt x="3" y="883"/>
                    <a:pt x="3" y="883"/>
                    <a:pt x="3" y="883"/>
                  </a:cubicBezTo>
                  <a:cubicBezTo>
                    <a:pt x="6" y="840"/>
                    <a:pt x="39" y="779"/>
                    <a:pt x="81" y="755"/>
                  </a:cubicBezTo>
                  <a:lnTo>
                    <a:pt x="1347" y="24"/>
                  </a:lnTo>
                  <a:close/>
                </a:path>
              </a:pathLst>
            </a:custGeom>
            <a:solidFill>
              <a:schemeClr val="bg1"/>
            </a:solidFill>
            <a:ln w="76200" cap="flat">
              <a:noFill/>
              <a:prstDash val="solid"/>
              <a:miter lim="800000"/>
            </a:ln>
            <a:effectLst>
              <a:outerShdw blurRad="203200" sx="102000" sy="102000" algn="ctr" rotWithShape="0">
                <a:schemeClr val="tx1">
                  <a:lumMod val="65000"/>
                  <a:lumOff val="35000"/>
                  <a:alpha val="48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6"/>
            <p:cNvSpPr/>
            <p:nvPr/>
          </p:nvSpPr>
          <p:spPr bwMode="auto">
            <a:xfrm rot="5400000">
              <a:off x="4206432" y="1282953"/>
              <a:ext cx="3779136" cy="4292097"/>
            </a:xfrm>
            <a:custGeom>
              <a:avLst/>
              <a:gdLst>
                <a:gd name="T0" fmla="*/ 1347 w 2827"/>
                <a:gd name="T1" fmla="*/ 24 h 3221"/>
                <a:gd name="T2" fmla="*/ 1486 w 2827"/>
                <a:gd name="T3" fmla="*/ 26 h 3221"/>
                <a:gd name="T4" fmla="*/ 2752 w 2827"/>
                <a:gd name="T5" fmla="*/ 758 h 3221"/>
                <a:gd name="T6" fmla="*/ 2824 w 2827"/>
                <a:gd name="T7" fmla="*/ 882 h 3221"/>
                <a:gd name="T8" fmla="*/ 2824 w 2827"/>
                <a:gd name="T9" fmla="*/ 2344 h 3221"/>
                <a:gd name="T10" fmla="*/ 2757 w 2827"/>
                <a:gd name="T11" fmla="*/ 2466 h 3221"/>
                <a:gd name="T12" fmla="*/ 1491 w 2827"/>
                <a:gd name="T13" fmla="*/ 3197 h 3221"/>
                <a:gd name="T14" fmla="*/ 1341 w 2827"/>
                <a:gd name="T15" fmla="*/ 3201 h 3221"/>
                <a:gd name="T16" fmla="*/ 75 w 2827"/>
                <a:gd name="T17" fmla="*/ 2469 h 3221"/>
                <a:gd name="T18" fmla="*/ 3 w 2827"/>
                <a:gd name="T19" fmla="*/ 2345 h 3221"/>
                <a:gd name="T20" fmla="*/ 3 w 2827"/>
                <a:gd name="T21" fmla="*/ 883 h 3221"/>
                <a:gd name="T22" fmla="*/ 81 w 2827"/>
                <a:gd name="T23" fmla="*/ 755 h 3221"/>
                <a:gd name="T24" fmla="*/ 1347 w 2827"/>
                <a:gd name="T25" fmla="*/ 24 h 3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27" h="3221">
                  <a:moveTo>
                    <a:pt x="1347" y="24"/>
                  </a:moveTo>
                  <a:cubicBezTo>
                    <a:pt x="1388" y="0"/>
                    <a:pt x="1448" y="7"/>
                    <a:pt x="1486" y="26"/>
                  </a:cubicBezTo>
                  <a:cubicBezTo>
                    <a:pt x="2752" y="758"/>
                    <a:pt x="2752" y="758"/>
                    <a:pt x="2752" y="758"/>
                  </a:cubicBezTo>
                  <a:cubicBezTo>
                    <a:pt x="2791" y="777"/>
                    <a:pt x="2827" y="839"/>
                    <a:pt x="2824" y="882"/>
                  </a:cubicBezTo>
                  <a:cubicBezTo>
                    <a:pt x="2824" y="2344"/>
                    <a:pt x="2824" y="2344"/>
                    <a:pt x="2824" y="2344"/>
                  </a:cubicBezTo>
                  <a:cubicBezTo>
                    <a:pt x="2822" y="2387"/>
                    <a:pt x="2798" y="2442"/>
                    <a:pt x="2757" y="2466"/>
                  </a:cubicBezTo>
                  <a:cubicBezTo>
                    <a:pt x="1491" y="3197"/>
                    <a:pt x="1491" y="3197"/>
                    <a:pt x="1491" y="3197"/>
                  </a:cubicBezTo>
                  <a:cubicBezTo>
                    <a:pt x="1449" y="3221"/>
                    <a:pt x="1380" y="3220"/>
                    <a:pt x="1341" y="3201"/>
                  </a:cubicBezTo>
                  <a:cubicBezTo>
                    <a:pt x="75" y="2469"/>
                    <a:pt x="75" y="2469"/>
                    <a:pt x="75" y="2469"/>
                  </a:cubicBezTo>
                  <a:cubicBezTo>
                    <a:pt x="36" y="2450"/>
                    <a:pt x="0" y="2388"/>
                    <a:pt x="3" y="2345"/>
                  </a:cubicBezTo>
                  <a:cubicBezTo>
                    <a:pt x="3" y="883"/>
                    <a:pt x="3" y="883"/>
                    <a:pt x="3" y="883"/>
                  </a:cubicBezTo>
                  <a:cubicBezTo>
                    <a:pt x="6" y="840"/>
                    <a:pt x="39" y="779"/>
                    <a:pt x="81" y="755"/>
                  </a:cubicBezTo>
                  <a:lnTo>
                    <a:pt x="1347" y="24"/>
                  </a:lnTo>
                  <a:close/>
                </a:path>
              </a:pathLst>
            </a:custGeom>
            <a:pattFill prst="pct5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76200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3" name="椭圆 12"/>
          <p:cNvSpPr/>
          <p:nvPr/>
        </p:nvSpPr>
        <p:spPr>
          <a:xfrm>
            <a:off x="3685281" y="3030981"/>
            <a:ext cx="1297554" cy="129755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innerShdw dist="177800" dir="2700000">
              <a:prstClr val="black">
                <a:alpha val="1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XXX</a:t>
            </a:r>
          </a:p>
        </p:txBody>
      </p:sp>
      <p:sp>
        <p:nvSpPr>
          <p:cNvPr id="14" name="椭圆 13"/>
          <p:cNvSpPr/>
          <p:nvPr/>
        </p:nvSpPr>
        <p:spPr>
          <a:xfrm>
            <a:off x="4566252" y="1505095"/>
            <a:ext cx="1297554" cy="129755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innerShdw dist="177800" dir="2700000">
              <a:prstClr val="black">
                <a:alpha val="1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XXX</a:t>
            </a:r>
          </a:p>
        </p:txBody>
      </p:sp>
      <p:sp>
        <p:nvSpPr>
          <p:cNvPr id="15" name="椭圆 14"/>
          <p:cNvSpPr/>
          <p:nvPr/>
        </p:nvSpPr>
        <p:spPr>
          <a:xfrm>
            <a:off x="6328194" y="1505095"/>
            <a:ext cx="1297554" cy="129755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innerShdw dist="177800" dir="2700000">
              <a:prstClr val="black">
                <a:alpha val="1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XXX</a:t>
            </a:r>
          </a:p>
        </p:txBody>
      </p:sp>
      <p:sp>
        <p:nvSpPr>
          <p:cNvPr id="16" name="椭圆 15"/>
          <p:cNvSpPr/>
          <p:nvPr/>
        </p:nvSpPr>
        <p:spPr>
          <a:xfrm>
            <a:off x="7209165" y="3030981"/>
            <a:ext cx="1297554" cy="129755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innerShdw dist="177800" dir="2700000">
              <a:prstClr val="black">
                <a:alpha val="1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XXX</a:t>
            </a:r>
          </a:p>
        </p:txBody>
      </p:sp>
      <p:sp>
        <p:nvSpPr>
          <p:cNvPr id="17" name="椭圆 16"/>
          <p:cNvSpPr/>
          <p:nvPr/>
        </p:nvSpPr>
        <p:spPr>
          <a:xfrm>
            <a:off x="6328194" y="4556867"/>
            <a:ext cx="1297554" cy="129755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innerShdw dist="177800" dir="2700000">
              <a:prstClr val="black">
                <a:alpha val="1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XXX</a:t>
            </a:r>
          </a:p>
        </p:txBody>
      </p:sp>
      <p:sp>
        <p:nvSpPr>
          <p:cNvPr id="18" name="椭圆 17"/>
          <p:cNvSpPr/>
          <p:nvPr/>
        </p:nvSpPr>
        <p:spPr>
          <a:xfrm>
            <a:off x="4566252" y="4556867"/>
            <a:ext cx="1297554" cy="129755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innerShdw dist="177800" dir="2700000">
              <a:prstClr val="black">
                <a:alpha val="1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XXX</a:t>
            </a:r>
          </a:p>
        </p:txBody>
      </p:sp>
      <p:sp>
        <p:nvSpPr>
          <p:cNvPr id="27" name="任意多边形 26"/>
          <p:cNvSpPr>
            <a:spLocks noChangeAspect="1"/>
          </p:cNvSpPr>
          <p:nvPr/>
        </p:nvSpPr>
        <p:spPr>
          <a:xfrm>
            <a:off x="587661" y="1620884"/>
            <a:ext cx="1363059" cy="1065977"/>
          </a:xfrm>
          <a:custGeom>
            <a:avLst/>
            <a:gdLst>
              <a:gd name="connsiteX0" fmla="*/ 0 w 4019341"/>
              <a:gd name="connsiteY0" fmla="*/ 0 h 1499880"/>
              <a:gd name="connsiteX1" fmla="*/ 4019341 w 4019341"/>
              <a:gd name="connsiteY1" fmla="*/ 0 h 1499880"/>
              <a:gd name="connsiteX2" fmla="*/ 4019341 w 4019341"/>
              <a:gd name="connsiteY2" fmla="*/ 1499880 h 1499880"/>
              <a:gd name="connsiteX3" fmla="*/ 0 w 4019341"/>
              <a:gd name="connsiteY3" fmla="*/ 1499880 h 149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41" h="1499880">
                <a:moveTo>
                  <a:pt x="0" y="0"/>
                </a:moveTo>
                <a:lnTo>
                  <a:pt x="4019341" y="0"/>
                </a:lnTo>
                <a:lnTo>
                  <a:pt x="4019341" y="1499880"/>
                </a:lnTo>
                <a:lnTo>
                  <a:pt x="0" y="149988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1" t="-22493" r="-109572" b="-7876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文本框 27"/>
          <p:cNvSpPr txBox="1"/>
          <p:nvPr/>
        </p:nvSpPr>
        <p:spPr>
          <a:xfrm>
            <a:off x="2080260" y="1620884"/>
            <a:ext cx="1897380" cy="10659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1600" dirty="0"/>
              <a:t>XXXXXXXXXXXXXXXX</a:t>
            </a:r>
            <a:r>
              <a:rPr lang="en-US" altLang="zh-CN" sz="1600" dirty="0"/>
              <a:t>XXXXX</a:t>
            </a:r>
            <a:endParaRPr lang="en-US" sz="1600" dirty="0"/>
          </a:p>
        </p:txBody>
      </p:sp>
      <p:sp>
        <p:nvSpPr>
          <p:cNvPr id="31" name="任意多边形 30"/>
          <p:cNvSpPr>
            <a:spLocks noChangeAspect="1"/>
          </p:cNvSpPr>
          <p:nvPr/>
        </p:nvSpPr>
        <p:spPr>
          <a:xfrm>
            <a:off x="587661" y="3146770"/>
            <a:ext cx="1363059" cy="1065977"/>
          </a:xfrm>
          <a:custGeom>
            <a:avLst/>
            <a:gdLst>
              <a:gd name="connsiteX0" fmla="*/ 0 w 4019341"/>
              <a:gd name="connsiteY0" fmla="*/ 0 h 1499880"/>
              <a:gd name="connsiteX1" fmla="*/ 4019341 w 4019341"/>
              <a:gd name="connsiteY1" fmla="*/ 0 h 1499880"/>
              <a:gd name="connsiteX2" fmla="*/ 4019341 w 4019341"/>
              <a:gd name="connsiteY2" fmla="*/ 1499880 h 1499880"/>
              <a:gd name="connsiteX3" fmla="*/ 0 w 4019341"/>
              <a:gd name="connsiteY3" fmla="*/ 1499880 h 149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41" h="1499880">
                <a:moveTo>
                  <a:pt x="0" y="0"/>
                </a:moveTo>
                <a:lnTo>
                  <a:pt x="4019341" y="0"/>
                </a:lnTo>
                <a:lnTo>
                  <a:pt x="4019341" y="1499880"/>
                </a:lnTo>
                <a:lnTo>
                  <a:pt x="0" y="149988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1" t="-22493" r="-109572" b="-7876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文本框 31"/>
          <p:cNvSpPr txBox="1"/>
          <p:nvPr/>
        </p:nvSpPr>
        <p:spPr>
          <a:xfrm>
            <a:off x="2080260" y="3146770"/>
            <a:ext cx="1424940" cy="10659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1600" dirty="0"/>
              <a:t>XXXXXXXXXXXXXX</a:t>
            </a:r>
          </a:p>
        </p:txBody>
      </p:sp>
      <p:sp>
        <p:nvSpPr>
          <p:cNvPr id="34" name="任意多边形 33"/>
          <p:cNvSpPr>
            <a:spLocks noChangeAspect="1"/>
          </p:cNvSpPr>
          <p:nvPr/>
        </p:nvSpPr>
        <p:spPr>
          <a:xfrm>
            <a:off x="587661" y="4672655"/>
            <a:ext cx="1363059" cy="1065977"/>
          </a:xfrm>
          <a:custGeom>
            <a:avLst/>
            <a:gdLst>
              <a:gd name="connsiteX0" fmla="*/ 0 w 4019341"/>
              <a:gd name="connsiteY0" fmla="*/ 0 h 1499880"/>
              <a:gd name="connsiteX1" fmla="*/ 4019341 w 4019341"/>
              <a:gd name="connsiteY1" fmla="*/ 0 h 1499880"/>
              <a:gd name="connsiteX2" fmla="*/ 4019341 w 4019341"/>
              <a:gd name="connsiteY2" fmla="*/ 1499880 h 1499880"/>
              <a:gd name="connsiteX3" fmla="*/ 0 w 4019341"/>
              <a:gd name="connsiteY3" fmla="*/ 1499880 h 149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41" h="1499880">
                <a:moveTo>
                  <a:pt x="0" y="0"/>
                </a:moveTo>
                <a:lnTo>
                  <a:pt x="4019341" y="0"/>
                </a:lnTo>
                <a:lnTo>
                  <a:pt x="4019341" y="1499880"/>
                </a:lnTo>
                <a:lnTo>
                  <a:pt x="0" y="149988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1" t="-22493" r="-109572" b="-7876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本框 34"/>
          <p:cNvSpPr txBox="1"/>
          <p:nvPr/>
        </p:nvSpPr>
        <p:spPr>
          <a:xfrm>
            <a:off x="2080260" y="4672655"/>
            <a:ext cx="1897380" cy="106597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1600" dirty="0"/>
              <a:t>XXXXXXXXXXXXXXXX</a:t>
            </a:r>
            <a:r>
              <a:rPr lang="en-US" altLang="zh-CN" sz="1600" dirty="0"/>
              <a:t>XXXXX</a:t>
            </a:r>
            <a:endParaRPr lang="en-US" sz="16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5453010" y="3220249"/>
            <a:ext cx="1285980" cy="919018"/>
            <a:chOff x="7359363" y="1862449"/>
            <a:chExt cx="3422992" cy="2446226"/>
          </a:xfrm>
        </p:grpSpPr>
        <p:sp>
          <p:nvSpPr>
            <p:cNvPr id="46" name="任意多边形: 形状 46"/>
            <p:cNvSpPr/>
            <p:nvPr/>
          </p:nvSpPr>
          <p:spPr>
            <a:xfrm rot="14008214">
              <a:off x="8497482" y="1382161"/>
              <a:ext cx="1146756" cy="2107332"/>
            </a:xfrm>
            <a:custGeom>
              <a:avLst/>
              <a:gdLst>
                <a:gd name="connsiteX0" fmla="*/ 424915 w 424915"/>
                <a:gd name="connsiteY0" fmla="*/ 780842 h 780842"/>
                <a:gd name="connsiteX1" fmla="*/ 424914 w 424915"/>
                <a:gd name="connsiteY1" fmla="*/ 780842 h 780842"/>
                <a:gd name="connsiteX2" fmla="*/ 0 w 424915"/>
                <a:gd name="connsiteY2" fmla="*/ 390421 h 780842"/>
                <a:gd name="connsiteX3" fmla="*/ 897 w 424915"/>
                <a:gd name="connsiteY3" fmla="*/ 382249 h 780842"/>
                <a:gd name="connsiteX4" fmla="*/ 11278 w 424915"/>
                <a:gd name="connsiteY4" fmla="*/ 389147 h 780842"/>
                <a:gd name="connsiteX5" fmla="*/ 33893 w 424915"/>
                <a:gd name="connsiteY5" fmla="*/ 391712 h 780842"/>
                <a:gd name="connsiteX6" fmla="*/ 62620 w 424915"/>
                <a:gd name="connsiteY6" fmla="*/ 391417 h 780842"/>
                <a:gd name="connsiteX7" fmla="*/ 96079 w 424915"/>
                <a:gd name="connsiteY7" fmla="*/ 367260 h 780842"/>
                <a:gd name="connsiteX8" fmla="*/ 106575 w 424915"/>
                <a:gd name="connsiteY8" fmla="*/ 325817 h 780842"/>
                <a:gd name="connsiteX9" fmla="*/ 87288 w 424915"/>
                <a:gd name="connsiteY9" fmla="*/ 300421 h 780842"/>
                <a:gd name="connsiteX10" fmla="*/ 91085 w 424915"/>
                <a:gd name="connsiteY10" fmla="*/ 272981 h 780842"/>
                <a:gd name="connsiteX11" fmla="*/ 79261 w 424915"/>
                <a:gd name="connsiteY11" fmla="*/ 270970 h 780842"/>
                <a:gd name="connsiteX12" fmla="*/ 70018 w 424915"/>
                <a:gd name="connsiteY12" fmla="*/ 262563 h 780842"/>
                <a:gd name="connsiteX13" fmla="*/ 62688 w 424915"/>
                <a:gd name="connsiteY13" fmla="*/ 251945 h 780842"/>
                <a:gd name="connsiteX14" fmla="*/ 54730 w 424915"/>
                <a:gd name="connsiteY14" fmla="*/ 242607 h 780842"/>
                <a:gd name="connsiteX15" fmla="*/ 29221 w 424915"/>
                <a:gd name="connsiteY15" fmla="*/ 250887 h 780842"/>
                <a:gd name="connsiteX16" fmla="*/ 29193 w 424915"/>
                <a:gd name="connsiteY16" fmla="*/ 250881 h 780842"/>
                <a:gd name="connsiteX17" fmla="*/ 33392 w 424915"/>
                <a:gd name="connsiteY17" fmla="*/ 238451 h 780842"/>
                <a:gd name="connsiteX18" fmla="*/ 424914 w 424915"/>
                <a:gd name="connsiteY18" fmla="*/ 0 h 780842"/>
                <a:gd name="connsiteX19" fmla="*/ 203097 w 424915"/>
                <a:gd name="connsiteY19" fmla="*/ 390421 h 780842"/>
                <a:gd name="connsiteX20" fmla="*/ 424915 w 424915"/>
                <a:gd name="connsiteY20" fmla="*/ 780842 h 78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24915" h="780842">
                  <a:moveTo>
                    <a:pt x="424915" y="780842"/>
                  </a:moveTo>
                  <a:lnTo>
                    <a:pt x="424914" y="780842"/>
                  </a:lnTo>
                  <a:cubicBezTo>
                    <a:pt x="190240" y="780842"/>
                    <a:pt x="0" y="606045"/>
                    <a:pt x="0" y="390421"/>
                  </a:cubicBezTo>
                  <a:lnTo>
                    <a:pt x="897" y="382249"/>
                  </a:lnTo>
                  <a:lnTo>
                    <a:pt x="11278" y="389147"/>
                  </a:lnTo>
                  <a:cubicBezTo>
                    <a:pt x="19202" y="393355"/>
                    <a:pt x="25135" y="391760"/>
                    <a:pt x="33893" y="391712"/>
                  </a:cubicBezTo>
                  <a:cubicBezTo>
                    <a:pt x="41212" y="391747"/>
                    <a:pt x="52256" y="395492"/>
                    <a:pt x="62620" y="391417"/>
                  </a:cubicBezTo>
                  <a:cubicBezTo>
                    <a:pt x="72985" y="387342"/>
                    <a:pt x="88754" y="378194"/>
                    <a:pt x="96079" y="367260"/>
                  </a:cubicBezTo>
                  <a:cubicBezTo>
                    <a:pt x="103405" y="356327"/>
                    <a:pt x="108040" y="336957"/>
                    <a:pt x="106575" y="325817"/>
                  </a:cubicBezTo>
                  <a:cubicBezTo>
                    <a:pt x="105109" y="314679"/>
                    <a:pt x="89446" y="309489"/>
                    <a:pt x="87288" y="300421"/>
                  </a:cubicBezTo>
                  <a:cubicBezTo>
                    <a:pt x="89048" y="293706"/>
                    <a:pt x="92423" y="277890"/>
                    <a:pt x="91085" y="272981"/>
                  </a:cubicBezTo>
                  <a:cubicBezTo>
                    <a:pt x="89747" y="268072"/>
                    <a:pt x="82945" y="273868"/>
                    <a:pt x="79261" y="270970"/>
                  </a:cubicBezTo>
                  <a:lnTo>
                    <a:pt x="70018" y="262563"/>
                  </a:lnTo>
                  <a:lnTo>
                    <a:pt x="62688" y="251945"/>
                  </a:lnTo>
                  <a:cubicBezTo>
                    <a:pt x="59995" y="248970"/>
                    <a:pt x="60307" y="242784"/>
                    <a:pt x="54730" y="242607"/>
                  </a:cubicBezTo>
                  <a:cubicBezTo>
                    <a:pt x="49152" y="242431"/>
                    <a:pt x="39333" y="250787"/>
                    <a:pt x="29221" y="250887"/>
                  </a:cubicBezTo>
                  <a:lnTo>
                    <a:pt x="29193" y="250881"/>
                  </a:lnTo>
                  <a:lnTo>
                    <a:pt x="33392" y="238451"/>
                  </a:lnTo>
                  <a:cubicBezTo>
                    <a:pt x="97897" y="98323"/>
                    <a:pt x="248909" y="0"/>
                    <a:pt x="424914" y="0"/>
                  </a:cubicBezTo>
                  <a:cubicBezTo>
                    <a:pt x="285934" y="88978"/>
                    <a:pt x="203096" y="234781"/>
                    <a:pt x="203097" y="390421"/>
                  </a:cubicBezTo>
                  <a:cubicBezTo>
                    <a:pt x="203097" y="546061"/>
                    <a:pt x="285935" y="691864"/>
                    <a:pt x="424915" y="780842"/>
                  </a:cubicBezTo>
                  <a:close/>
                </a:path>
              </a:pathLst>
            </a:custGeom>
            <a:solidFill>
              <a:srgbClr val="BC2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odoni MT" panose="02070603080606020203" pitchFamily="18" charset="0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7359363" y="3267568"/>
              <a:ext cx="3422992" cy="1041107"/>
              <a:chOff x="4016723" y="5062078"/>
              <a:chExt cx="3422992" cy="1041107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4016723" y="5062078"/>
                <a:ext cx="3422992" cy="512361"/>
                <a:chOff x="1842307" y="3919746"/>
                <a:chExt cx="1142853" cy="156604"/>
              </a:xfrm>
            </p:grpSpPr>
            <p:sp>
              <p:nvSpPr>
                <p:cNvPr id="52" name="文本框 51"/>
                <p:cNvSpPr txBox="1"/>
                <p:nvPr/>
              </p:nvSpPr>
              <p:spPr>
                <a:xfrm>
                  <a:off x="1842307" y="3919746"/>
                  <a:ext cx="301712" cy="156604"/>
                </a:xfrm>
                <a:custGeom>
                  <a:avLst/>
                  <a:gdLst>
                    <a:gd name="connsiteX0" fmla="*/ 287090 w 301712"/>
                    <a:gd name="connsiteY0" fmla="*/ 63736 h 156604"/>
                    <a:gd name="connsiteX1" fmla="*/ 287090 w 301712"/>
                    <a:gd name="connsiteY1" fmla="*/ 147451 h 156604"/>
                    <a:gd name="connsiteX2" fmla="*/ 301712 w 301712"/>
                    <a:gd name="connsiteY2" fmla="*/ 147451 h 156604"/>
                    <a:gd name="connsiteX3" fmla="*/ 301712 w 301712"/>
                    <a:gd name="connsiteY3" fmla="*/ 153144 h 156604"/>
                    <a:gd name="connsiteX4" fmla="*/ 249808 w 301712"/>
                    <a:gd name="connsiteY4" fmla="*/ 153144 h 156604"/>
                    <a:gd name="connsiteX5" fmla="*/ 249808 w 301712"/>
                    <a:gd name="connsiteY5" fmla="*/ 147451 h 156604"/>
                    <a:gd name="connsiteX6" fmla="*/ 265435 w 301712"/>
                    <a:gd name="connsiteY6" fmla="*/ 147451 h 156604"/>
                    <a:gd name="connsiteX7" fmla="*/ 265435 w 301712"/>
                    <a:gd name="connsiteY7" fmla="*/ 71103 h 156604"/>
                    <a:gd name="connsiteX8" fmla="*/ 249808 w 301712"/>
                    <a:gd name="connsiteY8" fmla="*/ 71103 h 156604"/>
                    <a:gd name="connsiteX9" fmla="*/ 249808 w 301712"/>
                    <a:gd name="connsiteY9" fmla="*/ 65410 h 156604"/>
                    <a:gd name="connsiteX10" fmla="*/ 265659 w 301712"/>
                    <a:gd name="connsiteY10" fmla="*/ 65410 h 156604"/>
                    <a:gd name="connsiteX11" fmla="*/ 287090 w 301712"/>
                    <a:gd name="connsiteY11" fmla="*/ 63736 h 156604"/>
                    <a:gd name="connsiteX12" fmla="*/ 276821 w 301712"/>
                    <a:gd name="connsiteY12" fmla="*/ 8706 h 156604"/>
                    <a:gd name="connsiteX13" fmla="*/ 285360 w 301712"/>
                    <a:gd name="connsiteY13" fmla="*/ 12222 h 156604"/>
                    <a:gd name="connsiteX14" fmla="*/ 288987 w 301712"/>
                    <a:gd name="connsiteY14" fmla="*/ 20762 h 156604"/>
                    <a:gd name="connsiteX15" fmla="*/ 285415 w 301712"/>
                    <a:gd name="connsiteY15" fmla="*/ 29468 h 156604"/>
                    <a:gd name="connsiteX16" fmla="*/ 276821 w 301712"/>
                    <a:gd name="connsiteY16" fmla="*/ 32928 h 156604"/>
                    <a:gd name="connsiteX17" fmla="*/ 268226 w 301712"/>
                    <a:gd name="connsiteY17" fmla="*/ 29412 h 156604"/>
                    <a:gd name="connsiteX18" fmla="*/ 264654 w 301712"/>
                    <a:gd name="connsiteY18" fmla="*/ 20762 h 156604"/>
                    <a:gd name="connsiteX19" fmla="*/ 268282 w 301712"/>
                    <a:gd name="connsiteY19" fmla="*/ 12278 h 156604"/>
                    <a:gd name="connsiteX20" fmla="*/ 276821 w 301712"/>
                    <a:gd name="connsiteY20" fmla="*/ 8706 h 156604"/>
                    <a:gd name="connsiteX21" fmla="*/ 190723 w 301712"/>
                    <a:gd name="connsiteY21" fmla="*/ 1786 h 156604"/>
                    <a:gd name="connsiteX22" fmla="*/ 190723 w 301712"/>
                    <a:gd name="connsiteY22" fmla="*/ 147451 h 156604"/>
                    <a:gd name="connsiteX23" fmla="*/ 206462 w 301712"/>
                    <a:gd name="connsiteY23" fmla="*/ 147451 h 156604"/>
                    <a:gd name="connsiteX24" fmla="*/ 206462 w 301712"/>
                    <a:gd name="connsiteY24" fmla="*/ 153144 h 156604"/>
                    <a:gd name="connsiteX25" fmla="*/ 152996 w 301712"/>
                    <a:gd name="connsiteY25" fmla="*/ 153144 h 156604"/>
                    <a:gd name="connsiteX26" fmla="*/ 152996 w 301712"/>
                    <a:gd name="connsiteY26" fmla="*/ 147451 h 156604"/>
                    <a:gd name="connsiteX27" fmla="*/ 168957 w 301712"/>
                    <a:gd name="connsiteY27" fmla="*/ 147451 h 156604"/>
                    <a:gd name="connsiteX28" fmla="*/ 168957 w 301712"/>
                    <a:gd name="connsiteY28" fmla="*/ 9153 h 156604"/>
                    <a:gd name="connsiteX29" fmla="*/ 152996 w 301712"/>
                    <a:gd name="connsiteY29" fmla="*/ 9153 h 156604"/>
                    <a:gd name="connsiteX30" fmla="*/ 152996 w 301712"/>
                    <a:gd name="connsiteY30" fmla="*/ 3460 h 156604"/>
                    <a:gd name="connsiteX31" fmla="*/ 168288 w 301712"/>
                    <a:gd name="connsiteY31" fmla="*/ 3460 h 156604"/>
                    <a:gd name="connsiteX32" fmla="*/ 190723 w 301712"/>
                    <a:gd name="connsiteY32" fmla="*/ 1786 h 156604"/>
                    <a:gd name="connsiteX33" fmla="*/ 45430 w 301712"/>
                    <a:gd name="connsiteY33" fmla="*/ 0 h 156604"/>
                    <a:gd name="connsiteX34" fmla="*/ 77689 w 301712"/>
                    <a:gd name="connsiteY34" fmla="*/ 10939 h 156604"/>
                    <a:gd name="connsiteX35" fmla="*/ 84832 w 301712"/>
                    <a:gd name="connsiteY35" fmla="*/ 1786 h 156604"/>
                    <a:gd name="connsiteX36" fmla="*/ 89409 w 301712"/>
                    <a:gd name="connsiteY36" fmla="*/ 1786 h 156604"/>
                    <a:gd name="connsiteX37" fmla="*/ 90078 w 301712"/>
                    <a:gd name="connsiteY37" fmla="*/ 40630 h 156604"/>
                    <a:gd name="connsiteX38" fmla="*/ 84832 w 301712"/>
                    <a:gd name="connsiteY38" fmla="*/ 40630 h 156604"/>
                    <a:gd name="connsiteX39" fmla="*/ 45430 w 301712"/>
                    <a:gd name="connsiteY39" fmla="*/ 5693 h 156604"/>
                    <a:gd name="connsiteX40" fmla="*/ 21152 w 301712"/>
                    <a:gd name="connsiteY40" fmla="*/ 14343 h 156604"/>
                    <a:gd name="connsiteX41" fmla="*/ 12502 w 301712"/>
                    <a:gd name="connsiteY41" fmla="*/ 32258 h 156604"/>
                    <a:gd name="connsiteX42" fmla="*/ 19701 w 301712"/>
                    <a:gd name="connsiteY42" fmla="*/ 46881 h 156604"/>
                    <a:gd name="connsiteX43" fmla="*/ 45988 w 301712"/>
                    <a:gd name="connsiteY43" fmla="*/ 56201 h 156604"/>
                    <a:gd name="connsiteX44" fmla="*/ 75065 w 301712"/>
                    <a:gd name="connsiteY44" fmla="*/ 64238 h 156604"/>
                    <a:gd name="connsiteX45" fmla="*/ 91920 w 301712"/>
                    <a:gd name="connsiteY45" fmla="*/ 80032 h 156604"/>
                    <a:gd name="connsiteX46" fmla="*/ 98785 w 301712"/>
                    <a:gd name="connsiteY46" fmla="*/ 105370 h 156604"/>
                    <a:gd name="connsiteX47" fmla="*/ 84442 w 301712"/>
                    <a:gd name="connsiteY47" fmla="*/ 141982 h 156604"/>
                    <a:gd name="connsiteX48" fmla="*/ 48890 w 301712"/>
                    <a:gd name="connsiteY48" fmla="*/ 156604 h 156604"/>
                    <a:gd name="connsiteX49" fmla="*/ 14399 w 301712"/>
                    <a:gd name="connsiteY49" fmla="*/ 143768 h 156604"/>
                    <a:gd name="connsiteX50" fmla="*/ 3907 w 301712"/>
                    <a:gd name="connsiteY50" fmla="*/ 153144 h 156604"/>
                    <a:gd name="connsiteX51" fmla="*/ 0 w 301712"/>
                    <a:gd name="connsiteY51" fmla="*/ 153144 h 156604"/>
                    <a:gd name="connsiteX52" fmla="*/ 0 w 301712"/>
                    <a:gd name="connsiteY52" fmla="*/ 111286 h 156604"/>
                    <a:gd name="connsiteX53" fmla="*/ 4800 w 301712"/>
                    <a:gd name="connsiteY53" fmla="*/ 111286 h 156604"/>
                    <a:gd name="connsiteX54" fmla="*/ 23217 w 301712"/>
                    <a:gd name="connsiteY54" fmla="*/ 140977 h 156604"/>
                    <a:gd name="connsiteX55" fmla="*/ 49114 w 301712"/>
                    <a:gd name="connsiteY55" fmla="*/ 150912 h 156604"/>
                    <a:gd name="connsiteX56" fmla="*/ 74731 w 301712"/>
                    <a:gd name="connsiteY56" fmla="*/ 141703 h 156604"/>
                    <a:gd name="connsiteX57" fmla="*/ 86395 w 301712"/>
                    <a:gd name="connsiteY57" fmla="*/ 118430 h 156604"/>
                    <a:gd name="connsiteX58" fmla="*/ 78302 w 301712"/>
                    <a:gd name="connsiteY58" fmla="*/ 98506 h 156604"/>
                    <a:gd name="connsiteX59" fmla="*/ 52071 w 301712"/>
                    <a:gd name="connsiteY59" fmla="*/ 87343 h 156604"/>
                    <a:gd name="connsiteX60" fmla="*/ 24222 w 301712"/>
                    <a:gd name="connsiteY60" fmla="*/ 80200 h 156604"/>
                    <a:gd name="connsiteX61" fmla="*/ 7590 w 301712"/>
                    <a:gd name="connsiteY61" fmla="*/ 66024 h 156604"/>
                    <a:gd name="connsiteX62" fmla="*/ 670 w 301712"/>
                    <a:gd name="connsiteY62" fmla="*/ 43644 h 156604"/>
                    <a:gd name="connsiteX63" fmla="*/ 12725 w 301712"/>
                    <a:gd name="connsiteY63" fmla="*/ 13339 h 156604"/>
                    <a:gd name="connsiteX64" fmla="*/ 45430 w 301712"/>
                    <a:gd name="connsiteY64" fmla="*/ 0 h 156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301712" h="156604">
                      <a:moveTo>
                        <a:pt x="287090" y="63736"/>
                      </a:moveTo>
                      <a:lnTo>
                        <a:pt x="287090" y="147451"/>
                      </a:lnTo>
                      <a:lnTo>
                        <a:pt x="301712" y="147451"/>
                      </a:lnTo>
                      <a:lnTo>
                        <a:pt x="301712" y="153144"/>
                      </a:lnTo>
                      <a:lnTo>
                        <a:pt x="249808" y="153144"/>
                      </a:lnTo>
                      <a:lnTo>
                        <a:pt x="249808" y="147451"/>
                      </a:lnTo>
                      <a:lnTo>
                        <a:pt x="265435" y="147451"/>
                      </a:lnTo>
                      <a:lnTo>
                        <a:pt x="265435" y="71103"/>
                      </a:lnTo>
                      <a:lnTo>
                        <a:pt x="249808" y="71103"/>
                      </a:lnTo>
                      <a:lnTo>
                        <a:pt x="249808" y="65410"/>
                      </a:lnTo>
                      <a:lnTo>
                        <a:pt x="265659" y="65410"/>
                      </a:lnTo>
                      <a:cubicBezTo>
                        <a:pt x="273249" y="65410"/>
                        <a:pt x="280393" y="64852"/>
                        <a:pt x="287090" y="63736"/>
                      </a:cubicBezTo>
                      <a:close/>
                      <a:moveTo>
                        <a:pt x="276821" y="8706"/>
                      </a:moveTo>
                      <a:cubicBezTo>
                        <a:pt x="280095" y="8706"/>
                        <a:pt x="282941" y="9878"/>
                        <a:pt x="285360" y="12222"/>
                      </a:cubicBezTo>
                      <a:cubicBezTo>
                        <a:pt x="287778" y="14567"/>
                        <a:pt x="288987" y="17413"/>
                        <a:pt x="288987" y="20762"/>
                      </a:cubicBezTo>
                      <a:cubicBezTo>
                        <a:pt x="288987" y="24259"/>
                        <a:pt x="287797" y="27161"/>
                        <a:pt x="285415" y="29468"/>
                      </a:cubicBezTo>
                      <a:cubicBezTo>
                        <a:pt x="283034" y="31775"/>
                        <a:pt x="280169" y="32928"/>
                        <a:pt x="276821" y="32928"/>
                      </a:cubicBezTo>
                      <a:cubicBezTo>
                        <a:pt x="273472" y="32928"/>
                        <a:pt x="270607" y="31756"/>
                        <a:pt x="268226" y="29412"/>
                      </a:cubicBezTo>
                      <a:cubicBezTo>
                        <a:pt x="265845" y="27068"/>
                        <a:pt x="264654" y="24185"/>
                        <a:pt x="264654" y="20762"/>
                      </a:cubicBezTo>
                      <a:cubicBezTo>
                        <a:pt x="264654" y="17487"/>
                        <a:pt x="265863" y="14660"/>
                        <a:pt x="268282" y="12278"/>
                      </a:cubicBezTo>
                      <a:cubicBezTo>
                        <a:pt x="270700" y="9897"/>
                        <a:pt x="273546" y="8706"/>
                        <a:pt x="276821" y="8706"/>
                      </a:cubicBezTo>
                      <a:close/>
                      <a:moveTo>
                        <a:pt x="190723" y="1786"/>
                      </a:moveTo>
                      <a:lnTo>
                        <a:pt x="190723" y="147451"/>
                      </a:lnTo>
                      <a:lnTo>
                        <a:pt x="206462" y="147451"/>
                      </a:lnTo>
                      <a:lnTo>
                        <a:pt x="206462" y="153144"/>
                      </a:lnTo>
                      <a:lnTo>
                        <a:pt x="152996" y="153144"/>
                      </a:lnTo>
                      <a:lnTo>
                        <a:pt x="152996" y="147451"/>
                      </a:lnTo>
                      <a:lnTo>
                        <a:pt x="168957" y="147451"/>
                      </a:lnTo>
                      <a:lnTo>
                        <a:pt x="168957" y="9153"/>
                      </a:lnTo>
                      <a:lnTo>
                        <a:pt x="152996" y="9153"/>
                      </a:lnTo>
                      <a:lnTo>
                        <a:pt x="152996" y="3460"/>
                      </a:lnTo>
                      <a:lnTo>
                        <a:pt x="168288" y="3460"/>
                      </a:lnTo>
                      <a:cubicBezTo>
                        <a:pt x="178557" y="3460"/>
                        <a:pt x="186035" y="2902"/>
                        <a:pt x="190723" y="1786"/>
                      </a:cubicBezTo>
                      <a:close/>
                      <a:moveTo>
                        <a:pt x="45430" y="0"/>
                      </a:moveTo>
                      <a:cubicBezTo>
                        <a:pt x="56964" y="0"/>
                        <a:pt x="67717" y="3646"/>
                        <a:pt x="77689" y="10939"/>
                      </a:cubicBezTo>
                      <a:cubicBezTo>
                        <a:pt x="80442" y="8334"/>
                        <a:pt x="82823" y="5283"/>
                        <a:pt x="84832" y="1786"/>
                      </a:cubicBezTo>
                      <a:lnTo>
                        <a:pt x="89409" y="1786"/>
                      </a:lnTo>
                      <a:lnTo>
                        <a:pt x="90078" y="40630"/>
                      </a:lnTo>
                      <a:lnTo>
                        <a:pt x="84832" y="40630"/>
                      </a:lnTo>
                      <a:cubicBezTo>
                        <a:pt x="77391" y="17338"/>
                        <a:pt x="64257" y="5693"/>
                        <a:pt x="45430" y="5693"/>
                      </a:cubicBezTo>
                      <a:cubicBezTo>
                        <a:pt x="35012" y="5693"/>
                        <a:pt x="26920" y="8576"/>
                        <a:pt x="21152" y="14343"/>
                      </a:cubicBezTo>
                      <a:cubicBezTo>
                        <a:pt x="15385" y="20110"/>
                        <a:pt x="12502" y="26082"/>
                        <a:pt x="12502" y="32258"/>
                      </a:cubicBezTo>
                      <a:cubicBezTo>
                        <a:pt x="12502" y="37988"/>
                        <a:pt x="14902" y="42862"/>
                        <a:pt x="19701" y="46881"/>
                      </a:cubicBezTo>
                      <a:cubicBezTo>
                        <a:pt x="24501" y="50899"/>
                        <a:pt x="33263" y="54006"/>
                        <a:pt x="45988" y="56201"/>
                      </a:cubicBezTo>
                      <a:cubicBezTo>
                        <a:pt x="58713" y="58396"/>
                        <a:pt x="68405" y="61075"/>
                        <a:pt x="75065" y="64238"/>
                      </a:cubicBezTo>
                      <a:cubicBezTo>
                        <a:pt x="81725" y="67401"/>
                        <a:pt x="87344" y="72665"/>
                        <a:pt x="91920" y="80032"/>
                      </a:cubicBezTo>
                      <a:cubicBezTo>
                        <a:pt x="96497" y="87399"/>
                        <a:pt x="98785" y="95845"/>
                        <a:pt x="98785" y="105370"/>
                      </a:cubicBezTo>
                      <a:cubicBezTo>
                        <a:pt x="98785" y="120030"/>
                        <a:pt x="94004" y="132234"/>
                        <a:pt x="84442" y="141982"/>
                      </a:cubicBezTo>
                      <a:cubicBezTo>
                        <a:pt x="74879" y="151730"/>
                        <a:pt x="63029" y="156604"/>
                        <a:pt x="48890" y="156604"/>
                      </a:cubicBezTo>
                      <a:cubicBezTo>
                        <a:pt x="37356" y="156604"/>
                        <a:pt x="25859" y="152326"/>
                        <a:pt x="14399" y="143768"/>
                      </a:cubicBezTo>
                      <a:lnTo>
                        <a:pt x="3907" y="153144"/>
                      </a:lnTo>
                      <a:lnTo>
                        <a:pt x="0" y="153144"/>
                      </a:lnTo>
                      <a:lnTo>
                        <a:pt x="0" y="111286"/>
                      </a:lnTo>
                      <a:lnTo>
                        <a:pt x="4800" y="111286"/>
                      </a:lnTo>
                      <a:cubicBezTo>
                        <a:pt x="9190" y="124458"/>
                        <a:pt x="15330" y="134355"/>
                        <a:pt x="23217" y="140977"/>
                      </a:cubicBezTo>
                      <a:cubicBezTo>
                        <a:pt x="31105" y="147600"/>
                        <a:pt x="39737" y="150912"/>
                        <a:pt x="49114" y="150912"/>
                      </a:cubicBezTo>
                      <a:cubicBezTo>
                        <a:pt x="58415" y="150912"/>
                        <a:pt x="66954" y="147842"/>
                        <a:pt x="74731" y="141703"/>
                      </a:cubicBezTo>
                      <a:cubicBezTo>
                        <a:pt x="82507" y="135564"/>
                        <a:pt x="86395" y="127806"/>
                        <a:pt x="86395" y="118430"/>
                      </a:cubicBezTo>
                      <a:cubicBezTo>
                        <a:pt x="86395" y="110542"/>
                        <a:pt x="83697" y="103901"/>
                        <a:pt x="78302" y="98506"/>
                      </a:cubicBezTo>
                      <a:cubicBezTo>
                        <a:pt x="72907" y="93111"/>
                        <a:pt x="64164" y="89390"/>
                        <a:pt x="52071" y="87343"/>
                      </a:cubicBezTo>
                      <a:cubicBezTo>
                        <a:pt x="39979" y="85297"/>
                        <a:pt x="30696" y="82916"/>
                        <a:pt x="24222" y="80200"/>
                      </a:cubicBezTo>
                      <a:cubicBezTo>
                        <a:pt x="17748" y="77484"/>
                        <a:pt x="12204" y="72758"/>
                        <a:pt x="7590" y="66024"/>
                      </a:cubicBezTo>
                      <a:cubicBezTo>
                        <a:pt x="2977" y="59289"/>
                        <a:pt x="670" y="51829"/>
                        <a:pt x="670" y="43644"/>
                      </a:cubicBezTo>
                      <a:cubicBezTo>
                        <a:pt x="670" y="32333"/>
                        <a:pt x="4688" y="22231"/>
                        <a:pt x="12725" y="13339"/>
                      </a:cubicBezTo>
                      <a:cubicBezTo>
                        <a:pt x="20762" y="4446"/>
                        <a:pt x="31663" y="0"/>
                        <a:pt x="4543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dist"/>
                  <a:endParaRPr lang="en-US" dirty="0">
                    <a:latin typeface="Bodoni MT" panose="02070603080606020203" pitchFamily="18" charset="0"/>
                  </a:endParaRPr>
                </a:p>
              </p:txBody>
            </p:sp>
            <p:sp>
              <p:nvSpPr>
                <p:cNvPr id="53" name="文本框 52"/>
                <p:cNvSpPr txBox="1"/>
                <p:nvPr/>
              </p:nvSpPr>
              <p:spPr>
                <a:xfrm>
                  <a:off x="2190827" y="3922201"/>
                  <a:ext cx="794333" cy="154149"/>
                </a:xfrm>
                <a:custGeom>
                  <a:avLst/>
                  <a:gdLst>
                    <a:gd name="connsiteX0" fmla="*/ 469813 w 794333"/>
                    <a:gd name="connsiteY0" fmla="*/ 65856 h 154149"/>
                    <a:gd name="connsiteX1" fmla="*/ 457200 w 794333"/>
                    <a:gd name="connsiteY1" fmla="*/ 70154 h 154149"/>
                    <a:gd name="connsiteX2" fmla="*/ 452623 w 794333"/>
                    <a:gd name="connsiteY2" fmla="*/ 81818 h 154149"/>
                    <a:gd name="connsiteX3" fmla="*/ 452623 w 794333"/>
                    <a:gd name="connsiteY3" fmla="*/ 95771 h 154149"/>
                    <a:gd name="connsiteX4" fmla="*/ 485105 w 794333"/>
                    <a:gd name="connsiteY4" fmla="*/ 95771 h 154149"/>
                    <a:gd name="connsiteX5" fmla="*/ 485998 w 794333"/>
                    <a:gd name="connsiteY5" fmla="*/ 83716 h 154149"/>
                    <a:gd name="connsiteX6" fmla="*/ 469813 w 794333"/>
                    <a:gd name="connsiteY6" fmla="*/ 65856 h 154149"/>
                    <a:gd name="connsiteX7" fmla="*/ 203113 w 794333"/>
                    <a:gd name="connsiteY7" fmla="*/ 65856 h 154149"/>
                    <a:gd name="connsiteX8" fmla="*/ 190500 w 794333"/>
                    <a:gd name="connsiteY8" fmla="*/ 70154 h 154149"/>
                    <a:gd name="connsiteX9" fmla="*/ 185923 w 794333"/>
                    <a:gd name="connsiteY9" fmla="*/ 81818 h 154149"/>
                    <a:gd name="connsiteX10" fmla="*/ 185923 w 794333"/>
                    <a:gd name="connsiteY10" fmla="*/ 95771 h 154149"/>
                    <a:gd name="connsiteX11" fmla="*/ 218405 w 794333"/>
                    <a:gd name="connsiteY11" fmla="*/ 95771 h 154149"/>
                    <a:gd name="connsiteX12" fmla="*/ 219298 w 794333"/>
                    <a:gd name="connsiteY12" fmla="*/ 83716 h 154149"/>
                    <a:gd name="connsiteX13" fmla="*/ 203113 w 794333"/>
                    <a:gd name="connsiteY13" fmla="*/ 65856 h 154149"/>
                    <a:gd name="connsiteX14" fmla="*/ 43197 w 794333"/>
                    <a:gd name="connsiteY14" fmla="*/ 65856 h 154149"/>
                    <a:gd name="connsiteX15" fmla="*/ 27961 w 794333"/>
                    <a:gd name="connsiteY15" fmla="*/ 74953 h 154149"/>
                    <a:gd name="connsiteX16" fmla="*/ 24891 w 794333"/>
                    <a:gd name="connsiteY16" fmla="*/ 111844 h 154149"/>
                    <a:gd name="connsiteX17" fmla="*/ 28798 w 794333"/>
                    <a:gd name="connsiteY17" fmla="*/ 142094 h 154149"/>
                    <a:gd name="connsiteX18" fmla="*/ 41411 w 794333"/>
                    <a:gd name="connsiteY18" fmla="*/ 148344 h 154149"/>
                    <a:gd name="connsiteX19" fmla="*/ 57931 w 794333"/>
                    <a:gd name="connsiteY19" fmla="*/ 141982 h 154149"/>
                    <a:gd name="connsiteX20" fmla="*/ 67307 w 794333"/>
                    <a:gd name="connsiteY20" fmla="*/ 127471 h 154149"/>
                    <a:gd name="connsiteX21" fmla="*/ 69540 w 794333"/>
                    <a:gd name="connsiteY21" fmla="*/ 101017 h 154149"/>
                    <a:gd name="connsiteX22" fmla="*/ 62507 w 794333"/>
                    <a:gd name="connsiteY22" fmla="*/ 74730 h 154149"/>
                    <a:gd name="connsiteX23" fmla="*/ 43197 w 794333"/>
                    <a:gd name="connsiteY23" fmla="*/ 65856 h 154149"/>
                    <a:gd name="connsiteX24" fmla="*/ 629617 w 794333"/>
                    <a:gd name="connsiteY24" fmla="*/ 60833 h 154149"/>
                    <a:gd name="connsiteX25" fmla="*/ 645746 w 794333"/>
                    <a:gd name="connsiteY25" fmla="*/ 65856 h 154149"/>
                    <a:gd name="connsiteX26" fmla="*/ 654341 w 794333"/>
                    <a:gd name="connsiteY26" fmla="*/ 77688 h 154149"/>
                    <a:gd name="connsiteX27" fmla="*/ 656629 w 794333"/>
                    <a:gd name="connsiteY27" fmla="*/ 98785 h 154149"/>
                    <a:gd name="connsiteX28" fmla="*/ 656629 w 794333"/>
                    <a:gd name="connsiteY28" fmla="*/ 145665 h 154149"/>
                    <a:gd name="connsiteX29" fmla="*/ 674042 w 794333"/>
                    <a:gd name="connsiteY29" fmla="*/ 145665 h 154149"/>
                    <a:gd name="connsiteX30" fmla="*/ 674042 w 794333"/>
                    <a:gd name="connsiteY30" fmla="*/ 151358 h 154149"/>
                    <a:gd name="connsiteX31" fmla="*/ 620018 w 794333"/>
                    <a:gd name="connsiteY31" fmla="*/ 151358 h 154149"/>
                    <a:gd name="connsiteX32" fmla="*/ 620018 w 794333"/>
                    <a:gd name="connsiteY32" fmla="*/ 145665 h 154149"/>
                    <a:gd name="connsiteX33" fmla="*/ 634863 w 794333"/>
                    <a:gd name="connsiteY33" fmla="*/ 145665 h 154149"/>
                    <a:gd name="connsiteX34" fmla="*/ 634863 w 794333"/>
                    <a:gd name="connsiteY34" fmla="*/ 89855 h 154149"/>
                    <a:gd name="connsiteX35" fmla="*/ 633245 w 794333"/>
                    <a:gd name="connsiteY35" fmla="*/ 72107 h 154149"/>
                    <a:gd name="connsiteX36" fmla="*/ 624817 w 794333"/>
                    <a:gd name="connsiteY36" fmla="*/ 67196 h 154149"/>
                    <a:gd name="connsiteX37" fmla="*/ 605339 w 794333"/>
                    <a:gd name="connsiteY37" fmla="*/ 78302 h 154149"/>
                    <a:gd name="connsiteX38" fmla="*/ 596689 w 794333"/>
                    <a:gd name="connsiteY38" fmla="*/ 108161 h 154149"/>
                    <a:gd name="connsiteX39" fmla="*/ 596689 w 794333"/>
                    <a:gd name="connsiteY39" fmla="*/ 145665 h 154149"/>
                    <a:gd name="connsiteX40" fmla="*/ 611311 w 794333"/>
                    <a:gd name="connsiteY40" fmla="*/ 145665 h 154149"/>
                    <a:gd name="connsiteX41" fmla="*/ 611311 w 794333"/>
                    <a:gd name="connsiteY41" fmla="*/ 151358 h 154149"/>
                    <a:gd name="connsiteX42" fmla="*/ 559184 w 794333"/>
                    <a:gd name="connsiteY42" fmla="*/ 151358 h 154149"/>
                    <a:gd name="connsiteX43" fmla="*/ 559184 w 794333"/>
                    <a:gd name="connsiteY43" fmla="*/ 145665 h 154149"/>
                    <a:gd name="connsiteX44" fmla="*/ 575034 w 794333"/>
                    <a:gd name="connsiteY44" fmla="*/ 145665 h 154149"/>
                    <a:gd name="connsiteX45" fmla="*/ 575034 w 794333"/>
                    <a:gd name="connsiteY45" fmla="*/ 69317 h 154149"/>
                    <a:gd name="connsiteX46" fmla="*/ 559184 w 794333"/>
                    <a:gd name="connsiteY46" fmla="*/ 69317 h 154149"/>
                    <a:gd name="connsiteX47" fmla="*/ 559184 w 794333"/>
                    <a:gd name="connsiteY47" fmla="*/ 63624 h 154149"/>
                    <a:gd name="connsiteX48" fmla="*/ 569342 w 794333"/>
                    <a:gd name="connsiteY48" fmla="*/ 63624 h 154149"/>
                    <a:gd name="connsiteX49" fmla="*/ 596689 w 794333"/>
                    <a:gd name="connsiteY49" fmla="*/ 61950 h 154149"/>
                    <a:gd name="connsiteX50" fmla="*/ 596689 w 794333"/>
                    <a:gd name="connsiteY50" fmla="*/ 83716 h 154149"/>
                    <a:gd name="connsiteX51" fmla="*/ 597135 w 794333"/>
                    <a:gd name="connsiteY51" fmla="*/ 83716 h 154149"/>
                    <a:gd name="connsiteX52" fmla="*/ 629617 w 794333"/>
                    <a:gd name="connsiteY52" fmla="*/ 60833 h 154149"/>
                    <a:gd name="connsiteX53" fmla="*/ 470929 w 794333"/>
                    <a:gd name="connsiteY53" fmla="*/ 60833 h 154149"/>
                    <a:gd name="connsiteX54" fmla="*/ 497104 w 794333"/>
                    <a:gd name="connsiteY54" fmla="*/ 71437 h 154149"/>
                    <a:gd name="connsiteX55" fmla="*/ 509103 w 794333"/>
                    <a:gd name="connsiteY55" fmla="*/ 100794 h 154149"/>
                    <a:gd name="connsiteX56" fmla="*/ 452623 w 794333"/>
                    <a:gd name="connsiteY56" fmla="*/ 100794 h 154149"/>
                    <a:gd name="connsiteX57" fmla="*/ 456307 w 794333"/>
                    <a:gd name="connsiteY57" fmla="*/ 141480 h 154149"/>
                    <a:gd name="connsiteX58" fmla="*/ 472268 w 794333"/>
                    <a:gd name="connsiteY58" fmla="*/ 149126 h 154149"/>
                    <a:gd name="connsiteX59" fmla="*/ 504304 w 794333"/>
                    <a:gd name="connsiteY59" fmla="*/ 121667 h 154149"/>
                    <a:gd name="connsiteX60" fmla="*/ 509103 w 794333"/>
                    <a:gd name="connsiteY60" fmla="*/ 121667 h 154149"/>
                    <a:gd name="connsiteX61" fmla="*/ 495151 w 794333"/>
                    <a:gd name="connsiteY61" fmla="*/ 146224 h 154149"/>
                    <a:gd name="connsiteX62" fmla="*/ 472268 w 794333"/>
                    <a:gd name="connsiteY62" fmla="*/ 154149 h 154149"/>
                    <a:gd name="connsiteX63" fmla="*/ 441014 w 794333"/>
                    <a:gd name="connsiteY63" fmla="*/ 140810 h 154149"/>
                    <a:gd name="connsiteX64" fmla="*/ 427732 w 794333"/>
                    <a:gd name="connsiteY64" fmla="*/ 107268 h 154149"/>
                    <a:gd name="connsiteX65" fmla="*/ 440735 w 794333"/>
                    <a:gd name="connsiteY65" fmla="*/ 74228 h 154149"/>
                    <a:gd name="connsiteX66" fmla="*/ 470929 w 794333"/>
                    <a:gd name="connsiteY66" fmla="*/ 60833 h 154149"/>
                    <a:gd name="connsiteX67" fmla="*/ 341932 w 794333"/>
                    <a:gd name="connsiteY67" fmla="*/ 60833 h 154149"/>
                    <a:gd name="connsiteX68" fmla="*/ 365038 w 794333"/>
                    <a:gd name="connsiteY68" fmla="*/ 68033 h 154149"/>
                    <a:gd name="connsiteX69" fmla="*/ 373967 w 794333"/>
                    <a:gd name="connsiteY69" fmla="*/ 84162 h 154149"/>
                    <a:gd name="connsiteX70" fmla="*/ 370898 w 794333"/>
                    <a:gd name="connsiteY70" fmla="*/ 92199 h 154149"/>
                    <a:gd name="connsiteX71" fmla="*/ 362917 w 794333"/>
                    <a:gd name="connsiteY71" fmla="*/ 95771 h 154149"/>
                    <a:gd name="connsiteX72" fmla="*/ 354936 w 794333"/>
                    <a:gd name="connsiteY72" fmla="*/ 92757 h 154149"/>
                    <a:gd name="connsiteX73" fmla="*/ 351755 w 794333"/>
                    <a:gd name="connsiteY73" fmla="*/ 84832 h 154149"/>
                    <a:gd name="connsiteX74" fmla="*/ 354490 w 794333"/>
                    <a:gd name="connsiteY74" fmla="*/ 78023 h 154149"/>
                    <a:gd name="connsiteX75" fmla="*/ 357224 w 794333"/>
                    <a:gd name="connsiteY75" fmla="*/ 73447 h 154149"/>
                    <a:gd name="connsiteX76" fmla="*/ 353094 w 794333"/>
                    <a:gd name="connsiteY76" fmla="*/ 68145 h 154149"/>
                    <a:gd name="connsiteX77" fmla="*/ 342379 w 794333"/>
                    <a:gd name="connsiteY77" fmla="*/ 65856 h 154149"/>
                    <a:gd name="connsiteX78" fmla="*/ 325133 w 794333"/>
                    <a:gd name="connsiteY78" fmla="*/ 72107 h 154149"/>
                    <a:gd name="connsiteX79" fmla="*/ 319496 w 794333"/>
                    <a:gd name="connsiteY79" fmla="*/ 98561 h 154149"/>
                    <a:gd name="connsiteX80" fmla="*/ 320557 w 794333"/>
                    <a:gd name="connsiteY80" fmla="*/ 128420 h 154149"/>
                    <a:gd name="connsiteX81" fmla="*/ 326194 w 794333"/>
                    <a:gd name="connsiteY81" fmla="*/ 143600 h 154149"/>
                    <a:gd name="connsiteX82" fmla="*/ 341262 w 794333"/>
                    <a:gd name="connsiteY82" fmla="*/ 149126 h 154149"/>
                    <a:gd name="connsiteX83" fmla="*/ 372293 w 794333"/>
                    <a:gd name="connsiteY83" fmla="*/ 120997 h 154149"/>
                    <a:gd name="connsiteX84" fmla="*/ 377093 w 794333"/>
                    <a:gd name="connsiteY84" fmla="*/ 120997 h 154149"/>
                    <a:gd name="connsiteX85" fmla="*/ 363922 w 794333"/>
                    <a:gd name="connsiteY85" fmla="*/ 145665 h 154149"/>
                    <a:gd name="connsiteX86" fmla="*/ 340258 w 794333"/>
                    <a:gd name="connsiteY86" fmla="*/ 154149 h 154149"/>
                    <a:gd name="connsiteX87" fmla="*/ 308334 w 794333"/>
                    <a:gd name="connsiteY87" fmla="*/ 140140 h 154149"/>
                    <a:gd name="connsiteX88" fmla="*/ 295275 w 794333"/>
                    <a:gd name="connsiteY88" fmla="*/ 107938 h 154149"/>
                    <a:gd name="connsiteX89" fmla="*/ 308669 w 794333"/>
                    <a:gd name="connsiteY89" fmla="*/ 75009 h 154149"/>
                    <a:gd name="connsiteX90" fmla="*/ 341932 w 794333"/>
                    <a:gd name="connsiteY90" fmla="*/ 60833 h 154149"/>
                    <a:gd name="connsiteX91" fmla="*/ 204229 w 794333"/>
                    <a:gd name="connsiteY91" fmla="*/ 60833 h 154149"/>
                    <a:gd name="connsiteX92" fmla="*/ 230404 w 794333"/>
                    <a:gd name="connsiteY92" fmla="*/ 71437 h 154149"/>
                    <a:gd name="connsiteX93" fmla="*/ 242403 w 794333"/>
                    <a:gd name="connsiteY93" fmla="*/ 100794 h 154149"/>
                    <a:gd name="connsiteX94" fmla="*/ 185923 w 794333"/>
                    <a:gd name="connsiteY94" fmla="*/ 100794 h 154149"/>
                    <a:gd name="connsiteX95" fmla="*/ 189607 w 794333"/>
                    <a:gd name="connsiteY95" fmla="*/ 141480 h 154149"/>
                    <a:gd name="connsiteX96" fmla="*/ 205568 w 794333"/>
                    <a:gd name="connsiteY96" fmla="*/ 149126 h 154149"/>
                    <a:gd name="connsiteX97" fmla="*/ 237604 w 794333"/>
                    <a:gd name="connsiteY97" fmla="*/ 121667 h 154149"/>
                    <a:gd name="connsiteX98" fmla="*/ 242403 w 794333"/>
                    <a:gd name="connsiteY98" fmla="*/ 121667 h 154149"/>
                    <a:gd name="connsiteX99" fmla="*/ 228451 w 794333"/>
                    <a:gd name="connsiteY99" fmla="*/ 146224 h 154149"/>
                    <a:gd name="connsiteX100" fmla="*/ 205568 w 794333"/>
                    <a:gd name="connsiteY100" fmla="*/ 154149 h 154149"/>
                    <a:gd name="connsiteX101" fmla="*/ 174315 w 794333"/>
                    <a:gd name="connsiteY101" fmla="*/ 140810 h 154149"/>
                    <a:gd name="connsiteX102" fmla="*/ 161032 w 794333"/>
                    <a:gd name="connsiteY102" fmla="*/ 107268 h 154149"/>
                    <a:gd name="connsiteX103" fmla="*/ 174036 w 794333"/>
                    <a:gd name="connsiteY103" fmla="*/ 74228 h 154149"/>
                    <a:gd name="connsiteX104" fmla="*/ 204229 w 794333"/>
                    <a:gd name="connsiteY104" fmla="*/ 60833 h 154149"/>
                    <a:gd name="connsiteX105" fmla="*/ 761404 w 794333"/>
                    <a:gd name="connsiteY105" fmla="*/ 38174 h 154149"/>
                    <a:gd name="connsiteX106" fmla="*/ 761404 w 794333"/>
                    <a:gd name="connsiteY106" fmla="*/ 63624 h 154149"/>
                    <a:gd name="connsiteX107" fmla="*/ 787859 w 794333"/>
                    <a:gd name="connsiteY107" fmla="*/ 63624 h 154149"/>
                    <a:gd name="connsiteX108" fmla="*/ 787859 w 794333"/>
                    <a:gd name="connsiteY108" fmla="*/ 69317 h 154149"/>
                    <a:gd name="connsiteX109" fmla="*/ 761404 w 794333"/>
                    <a:gd name="connsiteY109" fmla="*/ 69317 h 154149"/>
                    <a:gd name="connsiteX110" fmla="*/ 761404 w 794333"/>
                    <a:gd name="connsiteY110" fmla="*/ 124569 h 154149"/>
                    <a:gd name="connsiteX111" fmla="*/ 763023 w 794333"/>
                    <a:gd name="connsiteY111" fmla="*/ 141201 h 154149"/>
                    <a:gd name="connsiteX112" fmla="*/ 771673 w 794333"/>
                    <a:gd name="connsiteY112" fmla="*/ 145665 h 154149"/>
                    <a:gd name="connsiteX113" fmla="*/ 781998 w 794333"/>
                    <a:gd name="connsiteY113" fmla="*/ 142094 h 154149"/>
                    <a:gd name="connsiteX114" fmla="*/ 789533 w 794333"/>
                    <a:gd name="connsiteY114" fmla="*/ 131043 h 154149"/>
                    <a:gd name="connsiteX115" fmla="*/ 794333 w 794333"/>
                    <a:gd name="connsiteY115" fmla="*/ 131043 h 154149"/>
                    <a:gd name="connsiteX116" fmla="*/ 763190 w 794333"/>
                    <a:gd name="connsiteY116" fmla="*/ 152698 h 154149"/>
                    <a:gd name="connsiteX117" fmla="*/ 747117 w 794333"/>
                    <a:gd name="connsiteY117" fmla="*/ 148735 h 154149"/>
                    <a:gd name="connsiteX118" fmla="*/ 740810 w 794333"/>
                    <a:gd name="connsiteY118" fmla="*/ 138968 h 154149"/>
                    <a:gd name="connsiteX119" fmla="*/ 739638 w 794333"/>
                    <a:gd name="connsiteY119" fmla="*/ 123230 h 154149"/>
                    <a:gd name="connsiteX120" fmla="*/ 739638 w 794333"/>
                    <a:gd name="connsiteY120" fmla="*/ 69317 h 154149"/>
                    <a:gd name="connsiteX121" fmla="*/ 719770 w 794333"/>
                    <a:gd name="connsiteY121" fmla="*/ 69317 h 154149"/>
                    <a:gd name="connsiteX122" fmla="*/ 719770 w 794333"/>
                    <a:gd name="connsiteY122" fmla="*/ 63624 h 154149"/>
                    <a:gd name="connsiteX123" fmla="*/ 739638 w 794333"/>
                    <a:gd name="connsiteY123" fmla="*/ 63624 h 154149"/>
                    <a:gd name="connsiteX124" fmla="*/ 739638 w 794333"/>
                    <a:gd name="connsiteY124" fmla="*/ 40072 h 154149"/>
                    <a:gd name="connsiteX125" fmla="*/ 761404 w 794333"/>
                    <a:gd name="connsiteY125" fmla="*/ 38174 h 154149"/>
                    <a:gd name="connsiteX126" fmla="*/ 91194 w 794333"/>
                    <a:gd name="connsiteY126" fmla="*/ 0 h 154149"/>
                    <a:gd name="connsiteX127" fmla="*/ 91194 w 794333"/>
                    <a:gd name="connsiteY127" fmla="*/ 145665 h 154149"/>
                    <a:gd name="connsiteX128" fmla="*/ 106263 w 794333"/>
                    <a:gd name="connsiteY128" fmla="*/ 145665 h 154149"/>
                    <a:gd name="connsiteX129" fmla="*/ 106263 w 794333"/>
                    <a:gd name="connsiteY129" fmla="*/ 151358 h 154149"/>
                    <a:gd name="connsiteX130" fmla="*/ 93761 w 794333"/>
                    <a:gd name="connsiteY130" fmla="*/ 151358 h 154149"/>
                    <a:gd name="connsiteX131" fmla="*/ 68758 w 794333"/>
                    <a:gd name="connsiteY131" fmla="*/ 152698 h 154149"/>
                    <a:gd name="connsiteX132" fmla="*/ 68758 w 794333"/>
                    <a:gd name="connsiteY132" fmla="*/ 134392 h 154149"/>
                    <a:gd name="connsiteX133" fmla="*/ 68312 w 794333"/>
                    <a:gd name="connsiteY133" fmla="*/ 134392 h 154149"/>
                    <a:gd name="connsiteX134" fmla="*/ 39737 w 794333"/>
                    <a:gd name="connsiteY134" fmla="*/ 154149 h 154149"/>
                    <a:gd name="connsiteX135" fmla="*/ 11999 w 794333"/>
                    <a:gd name="connsiteY135" fmla="*/ 140140 h 154149"/>
                    <a:gd name="connsiteX136" fmla="*/ 0 w 794333"/>
                    <a:gd name="connsiteY136" fmla="*/ 108384 h 154149"/>
                    <a:gd name="connsiteX137" fmla="*/ 12669 w 794333"/>
                    <a:gd name="connsiteY137" fmla="*/ 75121 h 154149"/>
                    <a:gd name="connsiteX138" fmla="*/ 42527 w 794333"/>
                    <a:gd name="connsiteY138" fmla="*/ 60833 h 154149"/>
                    <a:gd name="connsiteX139" fmla="*/ 68312 w 794333"/>
                    <a:gd name="connsiteY139" fmla="*/ 76572 h 154149"/>
                    <a:gd name="connsiteX140" fmla="*/ 68758 w 794333"/>
                    <a:gd name="connsiteY140" fmla="*/ 76572 h 154149"/>
                    <a:gd name="connsiteX141" fmla="*/ 68758 w 794333"/>
                    <a:gd name="connsiteY141" fmla="*/ 7367 h 154149"/>
                    <a:gd name="connsiteX142" fmla="*/ 48443 w 794333"/>
                    <a:gd name="connsiteY142" fmla="*/ 7367 h 154149"/>
                    <a:gd name="connsiteX143" fmla="*/ 48443 w 794333"/>
                    <a:gd name="connsiteY143" fmla="*/ 1674 h 154149"/>
                    <a:gd name="connsiteX144" fmla="*/ 68758 w 794333"/>
                    <a:gd name="connsiteY144" fmla="*/ 1674 h 154149"/>
                    <a:gd name="connsiteX145" fmla="*/ 91194 w 794333"/>
                    <a:gd name="connsiteY145" fmla="*/ 0 h 154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</a:cxnLst>
                  <a:rect l="l" t="t" r="r" b="b"/>
                  <a:pathLst>
                    <a:path w="794333" h="154149">
                      <a:moveTo>
                        <a:pt x="469813" y="65856"/>
                      </a:moveTo>
                      <a:cubicBezTo>
                        <a:pt x="464455" y="65856"/>
                        <a:pt x="460251" y="67289"/>
                        <a:pt x="457200" y="70154"/>
                      </a:cubicBezTo>
                      <a:cubicBezTo>
                        <a:pt x="454149" y="73019"/>
                        <a:pt x="452623" y="76907"/>
                        <a:pt x="452623" y="81818"/>
                      </a:cubicBezTo>
                      <a:lnTo>
                        <a:pt x="452623" y="95771"/>
                      </a:lnTo>
                      <a:lnTo>
                        <a:pt x="485105" y="95771"/>
                      </a:lnTo>
                      <a:cubicBezTo>
                        <a:pt x="485700" y="90487"/>
                        <a:pt x="485998" y="86469"/>
                        <a:pt x="485998" y="83716"/>
                      </a:cubicBezTo>
                      <a:cubicBezTo>
                        <a:pt x="485998" y="71809"/>
                        <a:pt x="480603" y="65856"/>
                        <a:pt x="469813" y="65856"/>
                      </a:cubicBezTo>
                      <a:close/>
                      <a:moveTo>
                        <a:pt x="203113" y="65856"/>
                      </a:moveTo>
                      <a:cubicBezTo>
                        <a:pt x="197755" y="65856"/>
                        <a:pt x="193551" y="67289"/>
                        <a:pt x="190500" y="70154"/>
                      </a:cubicBezTo>
                      <a:cubicBezTo>
                        <a:pt x="187449" y="73019"/>
                        <a:pt x="185923" y="76907"/>
                        <a:pt x="185923" y="81818"/>
                      </a:cubicBezTo>
                      <a:lnTo>
                        <a:pt x="185923" y="95771"/>
                      </a:lnTo>
                      <a:lnTo>
                        <a:pt x="218405" y="95771"/>
                      </a:lnTo>
                      <a:cubicBezTo>
                        <a:pt x="219000" y="90487"/>
                        <a:pt x="219298" y="86469"/>
                        <a:pt x="219298" y="83716"/>
                      </a:cubicBezTo>
                      <a:cubicBezTo>
                        <a:pt x="219298" y="71809"/>
                        <a:pt x="213903" y="65856"/>
                        <a:pt x="203113" y="65856"/>
                      </a:cubicBezTo>
                      <a:close/>
                      <a:moveTo>
                        <a:pt x="43197" y="65856"/>
                      </a:moveTo>
                      <a:cubicBezTo>
                        <a:pt x="35086" y="65856"/>
                        <a:pt x="30007" y="68889"/>
                        <a:pt x="27961" y="74953"/>
                      </a:cubicBezTo>
                      <a:cubicBezTo>
                        <a:pt x="25914" y="81018"/>
                        <a:pt x="24891" y="93315"/>
                        <a:pt x="24891" y="111844"/>
                      </a:cubicBezTo>
                      <a:cubicBezTo>
                        <a:pt x="24891" y="127843"/>
                        <a:pt x="26193" y="137926"/>
                        <a:pt x="28798" y="142094"/>
                      </a:cubicBezTo>
                      <a:cubicBezTo>
                        <a:pt x="31402" y="146261"/>
                        <a:pt x="35607" y="148344"/>
                        <a:pt x="41411" y="148344"/>
                      </a:cubicBezTo>
                      <a:cubicBezTo>
                        <a:pt x="47662" y="148344"/>
                        <a:pt x="53168" y="146224"/>
                        <a:pt x="57931" y="141982"/>
                      </a:cubicBezTo>
                      <a:cubicBezTo>
                        <a:pt x="62693" y="137740"/>
                        <a:pt x="65819" y="132903"/>
                        <a:pt x="67307" y="127471"/>
                      </a:cubicBezTo>
                      <a:cubicBezTo>
                        <a:pt x="68795" y="122039"/>
                        <a:pt x="69540" y="113221"/>
                        <a:pt x="69540" y="101017"/>
                      </a:cubicBezTo>
                      <a:cubicBezTo>
                        <a:pt x="69540" y="89408"/>
                        <a:pt x="67195" y="80646"/>
                        <a:pt x="62507" y="74730"/>
                      </a:cubicBezTo>
                      <a:cubicBezTo>
                        <a:pt x="57819" y="68814"/>
                        <a:pt x="51382" y="65856"/>
                        <a:pt x="43197" y="65856"/>
                      </a:cubicBezTo>
                      <a:close/>
                      <a:moveTo>
                        <a:pt x="629617" y="60833"/>
                      </a:moveTo>
                      <a:cubicBezTo>
                        <a:pt x="636165" y="60833"/>
                        <a:pt x="641542" y="62508"/>
                        <a:pt x="645746" y="65856"/>
                      </a:cubicBezTo>
                      <a:cubicBezTo>
                        <a:pt x="649951" y="69205"/>
                        <a:pt x="652816" y="73149"/>
                        <a:pt x="654341" y="77688"/>
                      </a:cubicBezTo>
                      <a:cubicBezTo>
                        <a:pt x="655867" y="82227"/>
                        <a:pt x="656629" y="89260"/>
                        <a:pt x="656629" y="98785"/>
                      </a:cubicBezTo>
                      <a:lnTo>
                        <a:pt x="656629" y="145665"/>
                      </a:lnTo>
                      <a:lnTo>
                        <a:pt x="674042" y="145665"/>
                      </a:lnTo>
                      <a:lnTo>
                        <a:pt x="674042" y="151358"/>
                      </a:lnTo>
                      <a:lnTo>
                        <a:pt x="620018" y="151358"/>
                      </a:lnTo>
                      <a:lnTo>
                        <a:pt x="620018" y="145665"/>
                      </a:lnTo>
                      <a:lnTo>
                        <a:pt x="634863" y="145665"/>
                      </a:lnTo>
                      <a:lnTo>
                        <a:pt x="634863" y="89855"/>
                      </a:lnTo>
                      <a:cubicBezTo>
                        <a:pt x="634863" y="81297"/>
                        <a:pt x="634324" y="75381"/>
                        <a:pt x="633245" y="72107"/>
                      </a:cubicBezTo>
                      <a:cubicBezTo>
                        <a:pt x="632166" y="68833"/>
                        <a:pt x="629357" y="67196"/>
                        <a:pt x="624817" y="67196"/>
                      </a:cubicBezTo>
                      <a:cubicBezTo>
                        <a:pt x="617599" y="67196"/>
                        <a:pt x="611106" y="70898"/>
                        <a:pt x="605339" y="78302"/>
                      </a:cubicBezTo>
                      <a:cubicBezTo>
                        <a:pt x="599572" y="85706"/>
                        <a:pt x="596689" y="95659"/>
                        <a:pt x="596689" y="108161"/>
                      </a:cubicBezTo>
                      <a:lnTo>
                        <a:pt x="596689" y="145665"/>
                      </a:lnTo>
                      <a:lnTo>
                        <a:pt x="611311" y="145665"/>
                      </a:lnTo>
                      <a:lnTo>
                        <a:pt x="611311" y="151358"/>
                      </a:lnTo>
                      <a:lnTo>
                        <a:pt x="559184" y="151358"/>
                      </a:lnTo>
                      <a:lnTo>
                        <a:pt x="559184" y="145665"/>
                      </a:lnTo>
                      <a:lnTo>
                        <a:pt x="575034" y="145665"/>
                      </a:lnTo>
                      <a:lnTo>
                        <a:pt x="575034" y="69317"/>
                      </a:lnTo>
                      <a:lnTo>
                        <a:pt x="559184" y="69317"/>
                      </a:lnTo>
                      <a:lnTo>
                        <a:pt x="559184" y="63624"/>
                      </a:lnTo>
                      <a:lnTo>
                        <a:pt x="569342" y="63624"/>
                      </a:lnTo>
                      <a:cubicBezTo>
                        <a:pt x="579387" y="63624"/>
                        <a:pt x="588503" y="63066"/>
                        <a:pt x="596689" y="61950"/>
                      </a:cubicBezTo>
                      <a:lnTo>
                        <a:pt x="596689" y="83716"/>
                      </a:lnTo>
                      <a:lnTo>
                        <a:pt x="597135" y="83716"/>
                      </a:lnTo>
                      <a:cubicBezTo>
                        <a:pt x="604800" y="68461"/>
                        <a:pt x="615627" y="60833"/>
                        <a:pt x="629617" y="60833"/>
                      </a:cubicBezTo>
                      <a:close/>
                      <a:moveTo>
                        <a:pt x="470929" y="60833"/>
                      </a:moveTo>
                      <a:cubicBezTo>
                        <a:pt x="480900" y="60833"/>
                        <a:pt x="489625" y="64368"/>
                        <a:pt x="497104" y="71437"/>
                      </a:cubicBezTo>
                      <a:cubicBezTo>
                        <a:pt x="504583" y="78507"/>
                        <a:pt x="508582" y="88292"/>
                        <a:pt x="509103" y="100794"/>
                      </a:cubicBezTo>
                      <a:lnTo>
                        <a:pt x="452623" y="100794"/>
                      </a:lnTo>
                      <a:cubicBezTo>
                        <a:pt x="452102" y="122820"/>
                        <a:pt x="453330" y="136382"/>
                        <a:pt x="456307" y="141480"/>
                      </a:cubicBezTo>
                      <a:cubicBezTo>
                        <a:pt x="459283" y="146577"/>
                        <a:pt x="464604" y="149126"/>
                        <a:pt x="472268" y="149126"/>
                      </a:cubicBezTo>
                      <a:cubicBezTo>
                        <a:pt x="488044" y="149126"/>
                        <a:pt x="498723" y="139973"/>
                        <a:pt x="504304" y="121667"/>
                      </a:cubicBezTo>
                      <a:lnTo>
                        <a:pt x="509103" y="121667"/>
                      </a:lnTo>
                      <a:cubicBezTo>
                        <a:pt x="506648" y="132755"/>
                        <a:pt x="501997" y="140940"/>
                        <a:pt x="495151" y="146224"/>
                      </a:cubicBezTo>
                      <a:cubicBezTo>
                        <a:pt x="488305" y="151507"/>
                        <a:pt x="480677" y="154149"/>
                        <a:pt x="472268" y="154149"/>
                      </a:cubicBezTo>
                      <a:cubicBezTo>
                        <a:pt x="460288" y="154149"/>
                        <a:pt x="449870" y="149702"/>
                        <a:pt x="441014" y="140810"/>
                      </a:cubicBezTo>
                      <a:cubicBezTo>
                        <a:pt x="432159" y="131917"/>
                        <a:pt x="427732" y="120737"/>
                        <a:pt x="427732" y="107268"/>
                      </a:cubicBezTo>
                      <a:cubicBezTo>
                        <a:pt x="427732" y="94171"/>
                        <a:pt x="432066" y="83158"/>
                        <a:pt x="440735" y="74228"/>
                      </a:cubicBezTo>
                      <a:cubicBezTo>
                        <a:pt x="449405" y="65298"/>
                        <a:pt x="459469" y="60833"/>
                        <a:pt x="470929" y="60833"/>
                      </a:cubicBezTo>
                      <a:close/>
                      <a:moveTo>
                        <a:pt x="341932" y="60833"/>
                      </a:moveTo>
                      <a:cubicBezTo>
                        <a:pt x="351383" y="60833"/>
                        <a:pt x="359085" y="63233"/>
                        <a:pt x="365038" y="68033"/>
                      </a:cubicBezTo>
                      <a:cubicBezTo>
                        <a:pt x="370991" y="72833"/>
                        <a:pt x="373967" y="78209"/>
                        <a:pt x="373967" y="84162"/>
                      </a:cubicBezTo>
                      <a:cubicBezTo>
                        <a:pt x="373967" y="87139"/>
                        <a:pt x="372944" y="89818"/>
                        <a:pt x="370898" y="92199"/>
                      </a:cubicBezTo>
                      <a:cubicBezTo>
                        <a:pt x="368851" y="94580"/>
                        <a:pt x="366191" y="95771"/>
                        <a:pt x="362917" y="95771"/>
                      </a:cubicBezTo>
                      <a:cubicBezTo>
                        <a:pt x="359717" y="95771"/>
                        <a:pt x="357057" y="94766"/>
                        <a:pt x="354936" y="92757"/>
                      </a:cubicBezTo>
                      <a:cubicBezTo>
                        <a:pt x="352815" y="90748"/>
                        <a:pt x="351755" y="88106"/>
                        <a:pt x="351755" y="84832"/>
                      </a:cubicBezTo>
                      <a:cubicBezTo>
                        <a:pt x="351755" y="82525"/>
                        <a:pt x="352666" y="80255"/>
                        <a:pt x="354490" y="78023"/>
                      </a:cubicBezTo>
                      <a:cubicBezTo>
                        <a:pt x="356313" y="75791"/>
                        <a:pt x="357224" y="74265"/>
                        <a:pt x="357224" y="73447"/>
                      </a:cubicBezTo>
                      <a:cubicBezTo>
                        <a:pt x="357224" y="71437"/>
                        <a:pt x="355848" y="69670"/>
                        <a:pt x="353094" y="68145"/>
                      </a:cubicBezTo>
                      <a:cubicBezTo>
                        <a:pt x="350341" y="66619"/>
                        <a:pt x="346769" y="65856"/>
                        <a:pt x="342379" y="65856"/>
                      </a:cubicBezTo>
                      <a:cubicBezTo>
                        <a:pt x="334640" y="65856"/>
                        <a:pt x="328891" y="67940"/>
                        <a:pt x="325133" y="72107"/>
                      </a:cubicBezTo>
                      <a:cubicBezTo>
                        <a:pt x="321375" y="76274"/>
                        <a:pt x="319496" y="85092"/>
                        <a:pt x="319496" y="98561"/>
                      </a:cubicBezTo>
                      <a:cubicBezTo>
                        <a:pt x="319496" y="112030"/>
                        <a:pt x="319850" y="121983"/>
                        <a:pt x="320557" y="128420"/>
                      </a:cubicBezTo>
                      <a:cubicBezTo>
                        <a:pt x="321264" y="134857"/>
                        <a:pt x="323143" y="139917"/>
                        <a:pt x="326194" y="143600"/>
                      </a:cubicBezTo>
                      <a:cubicBezTo>
                        <a:pt x="329245" y="147284"/>
                        <a:pt x="334268" y="149126"/>
                        <a:pt x="341262" y="149126"/>
                      </a:cubicBezTo>
                      <a:cubicBezTo>
                        <a:pt x="355996" y="149126"/>
                        <a:pt x="366340" y="139750"/>
                        <a:pt x="372293" y="120997"/>
                      </a:cubicBezTo>
                      <a:lnTo>
                        <a:pt x="377093" y="120997"/>
                      </a:lnTo>
                      <a:cubicBezTo>
                        <a:pt x="374860" y="131787"/>
                        <a:pt x="370470" y="140010"/>
                        <a:pt x="363922" y="145665"/>
                      </a:cubicBezTo>
                      <a:cubicBezTo>
                        <a:pt x="357373" y="151321"/>
                        <a:pt x="349485" y="154149"/>
                        <a:pt x="340258" y="154149"/>
                      </a:cubicBezTo>
                      <a:cubicBezTo>
                        <a:pt x="327682" y="154149"/>
                        <a:pt x="317041" y="149479"/>
                        <a:pt x="308334" y="140140"/>
                      </a:cubicBezTo>
                      <a:cubicBezTo>
                        <a:pt x="299628" y="130801"/>
                        <a:pt x="295275" y="120067"/>
                        <a:pt x="295275" y="107938"/>
                      </a:cubicBezTo>
                      <a:cubicBezTo>
                        <a:pt x="295275" y="95436"/>
                        <a:pt x="299739" y="84460"/>
                        <a:pt x="308669" y="75009"/>
                      </a:cubicBezTo>
                      <a:cubicBezTo>
                        <a:pt x="317599" y="65559"/>
                        <a:pt x="328686" y="60833"/>
                        <a:pt x="341932" y="60833"/>
                      </a:cubicBezTo>
                      <a:close/>
                      <a:moveTo>
                        <a:pt x="204229" y="60833"/>
                      </a:moveTo>
                      <a:cubicBezTo>
                        <a:pt x="214200" y="60833"/>
                        <a:pt x="222925" y="64368"/>
                        <a:pt x="230404" y="71437"/>
                      </a:cubicBezTo>
                      <a:cubicBezTo>
                        <a:pt x="237883" y="78507"/>
                        <a:pt x="241882" y="88292"/>
                        <a:pt x="242403" y="100794"/>
                      </a:cubicBezTo>
                      <a:lnTo>
                        <a:pt x="185923" y="100794"/>
                      </a:lnTo>
                      <a:cubicBezTo>
                        <a:pt x="185402" y="122820"/>
                        <a:pt x="186630" y="136382"/>
                        <a:pt x="189607" y="141480"/>
                      </a:cubicBezTo>
                      <a:cubicBezTo>
                        <a:pt x="192583" y="146577"/>
                        <a:pt x="197904" y="149126"/>
                        <a:pt x="205568" y="149126"/>
                      </a:cubicBezTo>
                      <a:cubicBezTo>
                        <a:pt x="221344" y="149126"/>
                        <a:pt x="232023" y="139973"/>
                        <a:pt x="237604" y="121667"/>
                      </a:cubicBezTo>
                      <a:lnTo>
                        <a:pt x="242403" y="121667"/>
                      </a:lnTo>
                      <a:cubicBezTo>
                        <a:pt x="239948" y="132755"/>
                        <a:pt x="235297" y="140940"/>
                        <a:pt x="228451" y="146224"/>
                      </a:cubicBezTo>
                      <a:cubicBezTo>
                        <a:pt x="221605" y="151507"/>
                        <a:pt x="213977" y="154149"/>
                        <a:pt x="205568" y="154149"/>
                      </a:cubicBezTo>
                      <a:cubicBezTo>
                        <a:pt x="193588" y="154149"/>
                        <a:pt x="183170" y="149702"/>
                        <a:pt x="174315" y="140810"/>
                      </a:cubicBezTo>
                      <a:cubicBezTo>
                        <a:pt x="165459" y="131917"/>
                        <a:pt x="161032" y="120737"/>
                        <a:pt x="161032" y="107268"/>
                      </a:cubicBezTo>
                      <a:cubicBezTo>
                        <a:pt x="161032" y="94171"/>
                        <a:pt x="165366" y="83158"/>
                        <a:pt x="174036" y="74228"/>
                      </a:cubicBezTo>
                      <a:cubicBezTo>
                        <a:pt x="182705" y="65298"/>
                        <a:pt x="192769" y="60833"/>
                        <a:pt x="204229" y="60833"/>
                      </a:cubicBezTo>
                      <a:close/>
                      <a:moveTo>
                        <a:pt x="761404" y="38174"/>
                      </a:moveTo>
                      <a:lnTo>
                        <a:pt x="761404" y="63624"/>
                      </a:lnTo>
                      <a:lnTo>
                        <a:pt x="787859" y="63624"/>
                      </a:lnTo>
                      <a:lnTo>
                        <a:pt x="787859" y="69317"/>
                      </a:lnTo>
                      <a:lnTo>
                        <a:pt x="761404" y="69317"/>
                      </a:lnTo>
                      <a:lnTo>
                        <a:pt x="761404" y="124569"/>
                      </a:lnTo>
                      <a:cubicBezTo>
                        <a:pt x="761404" y="132680"/>
                        <a:pt x="761944" y="138224"/>
                        <a:pt x="763023" y="141201"/>
                      </a:cubicBezTo>
                      <a:cubicBezTo>
                        <a:pt x="764102" y="144177"/>
                        <a:pt x="766985" y="145665"/>
                        <a:pt x="771673" y="145665"/>
                      </a:cubicBezTo>
                      <a:cubicBezTo>
                        <a:pt x="775245" y="145665"/>
                        <a:pt x="778687" y="144475"/>
                        <a:pt x="781998" y="142094"/>
                      </a:cubicBezTo>
                      <a:cubicBezTo>
                        <a:pt x="785310" y="139712"/>
                        <a:pt x="787821" y="136029"/>
                        <a:pt x="789533" y="131043"/>
                      </a:cubicBezTo>
                      <a:lnTo>
                        <a:pt x="794333" y="131043"/>
                      </a:lnTo>
                      <a:cubicBezTo>
                        <a:pt x="790910" y="145479"/>
                        <a:pt x="780529" y="152698"/>
                        <a:pt x="763190" y="152698"/>
                      </a:cubicBezTo>
                      <a:cubicBezTo>
                        <a:pt x="755898" y="152698"/>
                        <a:pt x="750540" y="151377"/>
                        <a:pt x="747117" y="148735"/>
                      </a:cubicBezTo>
                      <a:cubicBezTo>
                        <a:pt x="743694" y="146093"/>
                        <a:pt x="741592" y="142838"/>
                        <a:pt x="740810" y="138968"/>
                      </a:cubicBezTo>
                      <a:cubicBezTo>
                        <a:pt x="740029" y="135099"/>
                        <a:pt x="739638" y="129852"/>
                        <a:pt x="739638" y="123230"/>
                      </a:cubicBezTo>
                      <a:lnTo>
                        <a:pt x="739638" y="69317"/>
                      </a:lnTo>
                      <a:lnTo>
                        <a:pt x="719770" y="69317"/>
                      </a:lnTo>
                      <a:lnTo>
                        <a:pt x="719770" y="63624"/>
                      </a:lnTo>
                      <a:lnTo>
                        <a:pt x="739638" y="63624"/>
                      </a:lnTo>
                      <a:lnTo>
                        <a:pt x="739638" y="40072"/>
                      </a:lnTo>
                      <a:cubicBezTo>
                        <a:pt x="747005" y="40072"/>
                        <a:pt x="754261" y="39439"/>
                        <a:pt x="761404" y="38174"/>
                      </a:cubicBezTo>
                      <a:close/>
                      <a:moveTo>
                        <a:pt x="91194" y="0"/>
                      </a:moveTo>
                      <a:lnTo>
                        <a:pt x="91194" y="145665"/>
                      </a:lnTo>
                      <a:lnTo>
                        <a:pt x="106263" y="145665"/>
                      </a:lnTo>
                      <a:lnTo>
                        <a:pt x="106263" y="151358"/>
                      </a:lnTo>
                      <a:lnTo>
                        <a:pt x="93761" y="151358"/>
                      </a:lnTo>
                      <a:cubicBezTo>
                        <a:pt x="85873" y="151358"/>
                        <a:pt x="77539" y="151805"/>
                        <a:pt x="68758" y="152698"/>
                      </a:cubicBezTo>
                      <a:lnTo>
                        <a:pt x="68758" y="134392"/>
                      </a:lnTo>
                      <a:lnTo>
                        <a:pt x="68312" y="134392"/>
                      </a:lnTo>
                      <a:cubicBezTo>
                        <a:pt x="62359" y="147563"/>
                        <a:pt x="52834" y="154149"/>
                        <a:pt x="39737" y="154149"/>
                      </a:cubicBezTo>
                      <a:cubicBezTo>
                        <a:pt x="29244" y="154149"/>
                        <a:pt x="19998" y="149479"/>
                        <a:pt x="11999" y="140140"/>
                      </a:cubicBezTo>
                      <a:cubicBezTo>
                        <a:pt x="3999" y="130801"/>
                        <a:pt x="0" y="120216"/>
                        <a:pt x="0" y="108384"/>
                      </a:cubicBezTo>
                      <a:cubicBezTo>
                        <a:pt x="0" y="95734"/>
                        <a:pt x="4223" y="84646"/>
                        <a:pt x="12669" y="75121"/>
                      </a:cubicBezTo>
                      <a:cubicBezTo>
                        <a:pt x="21115" y="65596"/>
                        <a:pt x="31067" y="60833"/>
                        <a:pt x="42527" y="60833"/>
                      </a:cubicBezTo>
                      <a:cubicBezTo>
                        <a:pt x="54210" y="60833"/>
                        <a:pt x="62805" y="66080"/>
                        <a:pt x="68312" y="76572"/>
                      </a:cubicBezTo>
                      <a:lnTo>
                        <a:pt x="68758" y="76572"/>
                      </a:lnTo>
                      <a:lnTo>
                        <a:pt x="68758" y="7367"/>
                      </a:lnTo>
                      <a:lnTo>
                        <a:pt x="48443" y="7367"/>
                      </a:lnTo>
                      <a:lnTo>
                        <a:pt x="48443" y="1674"/>
                      </a:lnTo>
                      <a:lnTo>
                        <a:pt x="68758" y="1674"/>
                      </a:lnTo>
                      <a:cubicBezTo>
                        <a:pt x="76274" y="1674"/>
                        <a:pt x="83753" y="1116"/>
                        <a:pt x="91194" y="0"/>
                      </a:cubicBezTo>
                      <a:close/>
                    </a:path>
                  </a:pathLst>
                </a:custGeom>
                <a:solidFill>
                  <a:srgbClr val="BC2429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dist"/>
                  <a:endParaRPr lang="en-US" dirty="0">
                    <a:latin typeface="Bodoni MT" panose="02070603080606020203" pitchFamily="18" charset="0"/>
                  </a:endParaRPr>
                </a:p>
              </p:txBody>
            </p:sp>
          </p:grpSp>
          <p:sp>
            <p:nvSpPr>
              <p:cNvPr id="49" name="矩形 48"/>
              <p:cNvSpPr/>
              <p:nvPr/>
            </p:nvSpPr>
            <p:spPr>
              <a:xfrm>
                <a:off x="4016723" y="5730289"/>
                <a:ext cx="3422992" cy="3835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Bodoni MT" panose="02070603080606020203" pitchFamily="18" charset="0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4016723" y="6099350"/>
                <a:ext cx="3422992" cy="3835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Bodoni MT" panose="02070603080606020203" pitchFamily="18" charset="0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4016723" y="5794414"/>
                <a:ext cx="3422992" cy="205722"/>
              </a:xfrm>
              <a:custGeom>
                <a:avLst/>
                <a:gdLst/>
                <a:ahLst/>
                <a:cxnLst/>
                <a:rect l="l" t="t" r="r" b="b"/>
                <a:pathLst>
                  <a:path w="1501211" h="90571">
                    <a:moveTo>
                      <a:pt x="178297" y="55476"/>
                    </a:moveTo>
                    <a:cubicBezTo>
                      <a:pt x="176994" y="57169"/>
                      <a:pt x="174042" y="59231"/>
                      <a:pt x="169441" y="61662"/>
                    </a:cubicBezTo>
                    <a:cubicBezTo>
                      <a:pt x="164883" y="64006"/>
                      <a:pt x="161606" y="66241"/>
                      <a:pt x="159609" y="68368"/>
                    </a:cubicBezTo>
                    <a:cubicBezTo>
                      <a:pt x="157612" y="70539"/>
                      <a:pt x="156614" y="73143"/>
                      <a:pt x="156614" y="76182"/>
                    </a:cubicBezTo>
                    <a:cubicBezTo>
                      <a:pt x="156614" y="78916"/>
                      <a:pt x="157428" y="81239"/>
                      <a:pt x="159056" y="83149"/>
                    </a:cubicBezTo>
                    <a:cubicBezTo>
                      <a:pt x="160684" y="85059"/>
                      <a:pt x="162713" y="86014"/>
                      <a:pt x="165144" y="86014"/>
                    </a:cubicBezTo>
                    <a:cubicBezTo>
                      <a:pt x="167661" y="86014"/>
                      <a:pt x="170027" y="85243"/>
                      <a:pt x="172241" y="83702"/>
                    </a:cubicBezTo>
                    <a:cubicBezTo>
                      <a:pt x="174455" y="82161"/>
                      <a:pt x="176094" y="80197"/>
                      <a:pt x="177157" y="77809"/>
                    </a:cubicBezTo>
                    <a:cubicBezTo>
                      <a:pt x="178221" y="75422"/>
                      <a:pt x="178752" y="71884"/>
                      <a:pt x="178752" y="67196"/>
                    </a:cubicBezTo>
                    <a:cubicBezTo>
                      <a:pt x="178752" y="63680"/>
                      <a:pt x="178600" y="59773"/>
                      <a:pt x="178297" y="55476"/>
                    </a:cubicBezTo>
                    <a:close/>
                    <a:moveTo>
                      <a:pt x="1324636" y="36333"/>
                    </a:moveTo>
                    <a:cubicBezTo>
                      <a:pt x="1319383" y="36333"/>
                      <a:pt x="1315433" y="38471"/>
                      <a:pt x="1312785" y="42746"/>
                    </a:cubicBezTo>
                    <a:cubicBezTo>
                      <a:pt x="1310138" y="47022"/>
                      <a:pt x="1308814" y="53436"/>
                      <a:pt x="1308814" y="61987"/>
                    </a:cubicBezTo>
                    <a:cubicBezTo>
                      <a:pt x="1308814" y="70625"/>
                      <a:pt x="1310387" y="76811"/>
                      <a:pt x="1313534" y="80544"/>
                    </a:cubicBezTo>
                    <a:cubicBezTo>
                      <a:pt x="1316681" y="84277"/>
                      <a:pt x="1320100" y="86144"/>
                      <a:pt x="1323789" y="86144"/>
                    </a:cubicBezTo>
                    <a:cubicBezTo>
                      <a:pt x="1327479" y="86144"/>
                      <a:pt x="1331050" y="84180"/>
                      <a:pt x="1334500" y="80251"/>
                    </a:cubicBezTo>
                    <a:cubicBezTo>
                      <a:pt x="1337951" y="76323"/>
                      <a:pt x="1339677" y="69041"/>
                      <a:pt x="1339677" y="58406"/>
                    </a:cubicBezTo>
                    <a:cubicBezTo>
                      <a:pt x="1339677" y="51027"/>
                      <a:pt x="1338429" y="45503"/>
                      <a:pt x="1335933" y="41835"/>
                    </a:cubicBezTo>
                    <a:cubicBezTo>
                      <a:pt x="1333437" y="38167"/>
                      <a:pt x="1329671" y="36333"/>
                      <a:pt x="1324636" y="36333"/>
                    </a:cubicBezTo>
                    <a:close/>
                    <a:moveTo>
                      <a:pt x="534061" y="36333"/>
                    </a:moveTo>
                    <a:cubicBezTo>
                      <a:pt x="528808" y="36333"/>
                      <a:pt x="524858" y="38471"/>
                      <a:pt x="522210" y="42746"/>
                    </a:cubicBezTo>
                    <a:cubicBezTo>
                      <a:pt x="519563" y="47022"/>
                      <a:pt x="518239" y="53436"/>
                      <a:pt x="518239" y="61987"/>
                    </a:cubicBezTo>
                    <a:cubicBezTo>
                      <a:pt x="518239" y="70625"/>
                      <a:pt x="519812" y="76811"/>
                      <a:pt x="522959" y="80544"/>
                    </a:cubicBezTo>
                    <a:cubicBezTo>
                      <a:pt x="526106" y="84277"/>
                      <a:pt x="529525" y="86144"/>
                      <a:pt x="533214" y="86144"/>
                    </a:cubicBezTo>
                    <a:cubicBezTo>
                      <a:pt x="536904" y="86144"/>
                      <a:pt x="540474" y="84180"/>
                      <a:pt x="543925" y="80251"/>
                    </a:cubicBezTo>
                    <a:cubicBezTo>
                      <a:pt x="547376" y="76323"/>
                      <a:pt x="549102" y="69041"/>
                      <a:pt x="549102" y="58406"/>
                    </a:cubicBezTo>
                    <a:cubicBezTo>
                      <a:pt x="549102" y="51027"/>
                      <a:pt x="547854" y="45503"/>
                      <a:pt x="545358" y="41835"/>
                    </a:cubicBezTo>
                    <a:cubicBezTo>
                      <a:pt x="542862" y="38167"/>
                      <a:pt x="539096" y="36333"/>
                      <a:pt x="534061" y="36333"/>
                    </a:cubicBezTo>
                    <a:close/>
                    <a:moveTo>
                      <a:pt x="1409356" y="35551"/>
                    </a:moveTo>
                    <a:cubicBezTo>
                      <a:pt x="1406223" y="35551"/>
                      <a:pt x="1403101" y="37103"/>
                      <a:pt x="1399990" y="40207"/>
                    </a:cubicBezTo>
                    <a:cubicBezTo>
                      <a:pt x="1396879" y="43311"/>
                      <a:pt x="1394867" y="48379"/>
                      <a:pt x="1393954" y="55411"/>
                    </a:cubicBezTo>
                    <a:cubicBezTo>
                      <a:pt x="1399610" y="55671"/>
                      <a:pt x="1405091" y="55801"/>
                      <a:pt x="1410400" y="55801"/>
                    </a:cubicBezTo>
                    <a:lnTo>
                      <a:pt x="1413859" y="55606"/>
                    </a:lnTo>
                    <a:cubicBezTo>
                      <a:pt x="1416469" y="55519"/>
                      <a:pt x="1418471" y="55009"/>
                      <a:pt x="1419863" y="54076"/>
                    </a:cubicBezTo>
                    <a:cubicBezTo>
                      <a:pt x="1421255" y="53143"/>
                      <a:pt x="1421951" y="51504"/>
                      <a:pt x="1421951" y="49160"/>
                    </a:cubicBezTo>
                    <a:cubicBezTo>
                      <a:pt x="1421951" y="45514"/>
                      <a:pt x="1420700" y="42334"/>
                      <a:pt x="1418198" y="39621"/>
                    </a:cubicBezTo>
                    <a:cubicBezTo>
                      <a:pt x="1415697" y="36908"/>
                      <a:pt x="1412749" y="35551"/>
                      <a:pt x="1409356" y="35551"/>
                    </a:cubicBezTo>
                    <a:close/>
                    <a:moveTo>
                      <a:pt x="771181" y="35551"/>
                    </a:moveTo>
                    <a:cubicBezTo>
                      <a:pt x="768048" y="35551"/>
                      <a:pt x="764926" y="37103"/>
                      <a:pt x="761815" y="40207"/>
                    </a:cubicBezTo>
                    <a:cubicBezTo>
                      <a:pt x="758704" y="43311"/>
                      <a:pt x="756692" y="48379"/>
                      <a:pt x="755779" y="55411"/>
                    </a:cubicBezTo>
                    <a:cubicBezTo>
                      <a:pt x="761435" y="55671"/>
                      <a:pt x="766917" y="55801"/>
                      <a:pt x="772224" y="55801"/>
                    </a:cubicBezTo>
                    <a:lnTo>
                      <a:pt x="775684" y="55606"/>
                    </a:lnTo>
                    <a:cubicBezTo>
                      <a:pt x="778294" y="55519"/>
                      <a:pt x="780296" y="55009"/>
                      <a:pt x="781688" y="54076"/>
                    </a:cubicBezTo>
                    <a:cubicBezTo>
                      <a:pt x="783080" y="53143"/>
                      <a:pt x="783776" y="51504"/>
                      <a:pt x="783776" y="49160"/>
                    </a:cubicBezTo>
                    <a:cubicBezTo>
                      <a:pt x="783776" y="45514"/>
                      <a:pt x="782525" y="42334"/>
                      <a:pt x="780023" y="39621"/>
                    </a:cubicBezTo>
                    <a:cubicBezTo>
                      <a:pt x="777521" y="36908"/>
                      <a:pt x="774574" y="35551"/>
                      <a:pt x="771181" y="35551"/>
                    </a:cubicBezTo>
                    <a:close/>
                    <a:moveTo>
                      <a:pt x="618781" y="35551"/>
                    </a:moveTo>
                    <a:cubicBezTo>
                      <a:pt x="615648" y="35551"/>
                      <a:pt x="612526" y="37103"/>
                      <a:pt x="609415" y="40207"/>
                    </a:cubicBezTo>
                    <a:cubicBezTo>
                      <a:pt x="606304" y="43311"/>
                      <a:pt x="604292" y="48379"/>
                      <a:pt x="603379" y="55411"/>
                    </a:cubicBezTo>
                    <a:cubicBezTo>
                      <a:pt x="609035" y="55671"/>
                      <a:pt x="614517" y="55801"/>
                      <a:pt x="619824" y="55801"/>
                    </a:cubicBezTo>
                    <a:lnTo>
                      <a:pt x="623284" y="55606"/>
                    </a:lnTo>
                    <a:cubicBezTo>
                      <a:pt x="625894" y="55519"/>
                      <a:pt x="627896" y="55009"/>
                      <a:pt x="629288" y="54076"/>
                    </a:cubicBezTo>
                    <a:cubicBezTo>
                      <a:pt x="630680" y="53143"/>
                      <a:pt x="631376" y="51504"/>
                      <a:pt x="631376" y="49160"/>
                    </a:cubicBezTo>
                    <a:cubicBezTo>
                      <a:pt x="631376" y="45514"/>
                      <a:pt x="630125" y="42334"/>
                      <a:pt x="627623" y="39621"/>
                    </a:cubicBezTo>
                    <a:cubicBezTo>
                      <a:pt x="625121" y="36908"/>
                      <a:pt x="622174" y="35551"/>
                      <a:pt x="618781" y="35551"/>
                    </a:cubicBezTo>
                    <a:close/>
                    <a:moveTo>
                      <a:pt x="333031" y="35551"/>
                    </a:moveTo>
                    <a:cubicBezTo>
                      <a:pt x="329898" y="35551"/>
                      <a:pt x="326776" y="37103"/>
                      <a:pt x="323665" y="40207"/>
                    </a:cubicBezTo>
                    <a:cubicBezTo>
                      <a:pt x="320554" y="43311"/>
                      <a:pt x="318542" y="48379"/>
                      <a:pt x="317629" y="55411"/>
                    </a:cubicBezTo>
                    <a:cubicBezTo>
                      <a:pt x="323284" y="55671"/>
                      <a:pt x="328766" y="55801"/>
                      <a:pt x="334074" y="55801"/>
                    </a:cubicBezTo>
                    <a:lnTo>
                      <a:pt x="337534" y="55606"/>
                    </a:lnTo>
                    <a:cubicBezTo>
                      <a:pt x="340144" y="55519"/>
                      <a:pt x="342146" y="55009"/>
                      <a:pt x="343538" y="54076"/>
                    </a:cubicBezTo>
                    <a:cubicBezTo>
                      <a:pt x="344930" y="53143"/>
                      <a:pt x="345626" y="51504"/>
                      <a:pt x="345626" y="49160"/>
                    </a:cubicBezTo>
                    <a:cubicBezTo>
                      <a:pt x="345626" y="45514"/>
                      <a:pt x="344375" y="42334"/>
                      <a:pt x="341873" y="39621"/>
                    </a:cubicBezTo>
                    <a:cubicBezTo>
                      <a:pt x="339371" y="36908"/>
                      <a:pt x="336424" y="35551"/>
                      <a:pt x="333031" y="35551"/>
                    </a:cubicBezTo>
                    <a:close/>
                    <a:moveTo>
                      <a:pt x="846972" y="33468"/>
                    </a:moveTo>
                    <a:cubicBezTo>
                      <a:pt x="848014" y="36029"/>
                      <a:pt x="848643" y="40348"/>
                      <a:pt x="848860" y="46425"/>
                    </a:cubicBezTo>
                    <a:cubicBezTo>
                      <a:pt x="851552" y="42171"/>
                      <a:pt x="854536" y="38981"/>
                      <a:pt x="857813" y="36854"/>
                    </a:cubicBezTo>
                    <a:cubicBezTo>
                      <a:pt x="861091" y="34727"/>
                      <a:pt x="864661" y="33663"/>
                      <a:pt x="868524" y="33663"/>
                    </a:cubicBezTo>
                    <a:cubicBezTo>
                      <a:pt x="871476" y="33663"/>
                      <a:pt x="874330" y="34216"/>
                      <a:pt x="877086" y="35322"/>
                    </a:cubicBezTo>
                    <a:cubicBezTo>
                      <a:pt x="879843" y="36427"/>
                      <a:pt x="881970" y="38335"/>
                      <a:pt x="883467" y="41044"/>
                    </a:cubicBezTo>
                    <a:cubicBezTo>
                      <a:pt x="884965" y="43754"/>
                      <a:pt x="885714" y="48360"/>
                      <a:pt x="885714" y="54863"/>
                    </a:cubicBezTo>
                    <a:lnTo>
                      <a:pt x="885323" y="76780"/>
                    </a:lnTo>
                    <a:cubicBezTo>
                      <a:pt x="885323" y="80812"/>
                      <a:pt x="885660" y="83337"/>
                      <a:pt x="886332" y="84356"/>
                    </a:cubicBezTo>
                    <a:cubicBezTo>
                      <a:pt x="887005" y="85375"/>
                      <a:pt x="888449" y="86188"/>
                      <a:pt x="890662" y="86795"/>
                    </a:cubicBezTo>
                    <a:cubicBezTo>
                      <a:pt x="892182" y="87229"/>
                      <a:pt x="892941" y="87706"/>
                      <a:pt x="892941" y="88227"/>
                    </a:cubicBezTo>
                    <a:cubicBezTo>
                      <a:pt x="892941" y="88878"/>
                      <a:pt x="892572" y="89204"/>
                      <a:pt x="891834" y="89204"/>
                    </a:cubicBezTo>
                    <a:cubicBezTo>
                      <a:pt x="891531" y="89204"/>
                      <a:pt x="891227" y="89184"/>
                      <a:pt x="890923" y="89145"/>
                    </a:cubicBezTo>
                    <a:cubicBezTo>
                      <a:pt x="888926" y="88750"/>
                      <a:pt x="885974" y="88553"/>
                      <a:pt x="882067" y="88553"/>
                    </a:cubicBezTo>
                    <a:cubicBezTo>
                      <a:pt x="878551" y="88553"/>
                      <a:pt x="874775" y="88705"/>
                      <a:pt x="870738" y="89009"/>
                    </a:cubicBezTo>
                    <a:cubicBezTo>
                      <a:pt x="869132" y="89009"/>
                      <a:pt x="868329" y="88640"/>
                      <a:pt x="868329" y="87902"/>
                    </a:cubicBezTo>
                    <a:cubicBezTo>
                      <a:pt x="868329" y="87381"/>
                      <a:pt x="868763" y="87034"/>
                      <a:pt x="869631" y="86860"/>
                    </a:cubicBezTo>
                    <a:cubicBezTo>
                      <a:pt x="872018" y="86340"/>
                      <a:pt x="873581" y="85798"/>
                      <a:pt x="874319" y="85234"/>
                    </a:cubicBezTo>
                    <a:cubicBezTo>
                      <a:pt x="875057" y="84671"/>
                      <a:pt x="875578" y="83923"/>
                      <a:pt x="875882" y="82991"/>
                    </a:cubicBezTo>
                    <a:cubicBezTo>
                      <a:pt x="876186" y="82059"/>
                      <a:pt x="876435" y="78927"/>
                      <a:pt x="876631" y="73595"/>
                    </a:cubicBezTo>
                    <a:cubicBezTo>
                      <a:pt x="876826" y="68263"/>
                      <a:pt x="876924" y="63928"/>
                      <a:pt x="876924" y="60589"/>
                    </a:cubicBezTo>
                    <a:cubicBezTo>
                      <a:pt x="876924" y="51442"/>
                      <a:pt x="875773" y="45352"/>
                      <a:pt x="873473" y="42317"/>
                    </a:cubicBezTo>
                    <a:cubicBezTo>
                      <a:pt x="871172" y="39283"/>
                      <a:pt x="868307" y="37765"/>
                      <a:pt x="864878" y="37765"/>
                    </a:cubicBezTo>
                    <a:cubicBezTo>
                      <a:pt x="859799" y="37765"/>
                      <a:pt x="855578" y="40511"/>
                      <a:pt x="852214" y="46002"/>
                    </a:cubicBezTo>
                    <a:cubicBezTo>
                      <a:pt x="848849" y="51493"/>
                      <a:pt x="847167" y="60641"/>
                      <a:pt x="847167" y="73447"/>
                    </a:cubicBezTo>
                    <a:cubicBezTo>
                      <a:pt x="847167" y="79264"/>
                      <a:pt x="847547" y="82964"/>
                      <a:pt x="848307" y="84549"/>
                    </a:cubicBezTo>
                    <a:cubicBezTo>
                      <a:pt x="849066" y="86133"/>
                      <a:pt x="850966" y="87099"/>
                      <a:pt x="854004" y="87446"/>
                    </a:cubicBezTo>
                    <a:cubicBezTo>
                      <a:pt x="854959" y="87533"/>
                      <a:pt x="855437" y="87945"/>
                      <a:pt x="855437" y="88683"/>
                    </a:cubicBezTo>
                    <a:cubicBezTo>
                      <a:pt x="855437" y="89291"/>
                      <a:pt x="854960" y="89595"/>
                      <a:pt x="854008" y="89595"/>
                    </a:cubicBezTo>
                    <a:lnTo>
                      <a:pt x="850630" y="89334"/>
                    </a:lnTo>
                    <a:cubicBezTo>
                      <a:pt x="849418" y="89247"/>
                      <a:pt x="845414" y="89204"/>
                      <a:pt x="838616" y="89204"/>
                    </a:cubicBezTo>
                    <a:lnTo>
                      <a:pt x="833421" y="89334"/>
                    </a:lnTo>
                    <a:cubicBezTo>
                      <a:pt x="831516" y="89334"/>
                      <a:pt x="830564" y="88987"/>
                      <a:pt x="830564" y="88292"/>
                    </a:cubicBezTo>
                    <a:cubicBezTo>
                      <a:pt x="830564" y="87555"/>
                      <a:pt x="831598" y="86990"/>
                      <a:pt x="833667" y="86600"/>
                    </a:cubicBezTo>
                    <a:cubicBezTo>
                      <a:pt x="835649" y="86208"/>
                      <a:pt x="836984" y="85524"/>
                      <a:pt x="837674" y="84546"/>
                    </a:cubicBezTo>
                    <a:cubicBezTo>
                      <a:pt x="838363" y="83568"/>
                      <a:pt x="838826" y="80319"/>
                      <a:pt x="839063" y="74799"/>
                    </a:cubicBezTo>
                    <a:cubicBezTo>
                      <a:pt x="839300" y="69279"/>
                      <a:pt x="839419" y="62390"/>
                      <a:pt x="839419" y="54132"/>
                    </a:cubicBezTo>
                    <a:cubicBezTo>
                      <a:pt x="839419" y="46438"/>
                      <a:pt x="838898" y="41657"/>
                      <a:pt x="837856" y="39788"/>
                    </a:cubicBezTo>
                    <a:cubicBezTo>
                      <a:pt x="836814" y="37919"/>
                      <a:pt x="835360" y="36768"/>
                      <a:pt x="833494" y="36333"/>
                    </a:cubicBezTo>
                    <a:cubicBezTo>
                      <a:pt x="831801" y="35942"/>
                      <a:pt x="830954" y="35400"/>
                      <a:pt x="830954" y="34705"/>
                    </a:cubicBezTo>
                    <a:cubicBezTo>
                      <a:pt x="830954" y="33967"/>
                      <a:pt x="831605" y="33598"/>
                      <a:pt x="832908" y="33598"/>
                    </a:cubicBezTo>
                    <a:lnTo>
                      <a:pt x="838182" y="33663"/>
                    </a:lnTo>
                    <a:cubicBezTo>
                      <a:pt x="838746" y="33663"/>
                      <a:pt x="841676" y="33598"/>
                      <a:pt x="846972" y="33468"/>
                    </a:cubicBezTo>
                    <a:close/>
                    <a:moveTo>
                      <a:pt x="169116" y="33403"/>
                    </a:moveTo>
                    <a:cubicBezTo>
                      <a:pt x="174108" y="33403"/>
                      <a:pt x="178090" y="34109"/>
                      <a:pt x="181064" y="35521"/>
                    </a:cubicBezTo>
                    <a:cubicBezTo>
                      <a:pt x="184037" y="36934"/>
                      <a:pt x="185904" y="38553"/>
                      <a:pt x="186663" y="40378"/>
                    </a:cubicBezTo>
                    <a:cubicBezTo>
                      <a:pt x="187423" y="42204"/>
                      <a:pt x="187803" y="45724"/>
                      <a:pt x="187803" y="50939"/>
                    </a:cubicBezTo>
                    <a:lnTo>
                      <a:pt x="187412" y="68150"/>
                    </a:lnTo>
                    <a:cubicBezTo>
                      <a:pt x="187412" y="74800"/>
                      <a:pt x="187814" y="79526"/>
                      <a:pt x="188617" y="82330"/>
                    </a:cubicBezTo>
                    <a:cubicBezTo>
                      <a:pt x="189420" y="85133"/>
                      <a:pt x="190907" y="86534"/>
                      <a:pt x="193077" y="86534"/>
                    </a:cubicBezTo>
                    <a:cubicBezTo>
                      <a:pt x="193511" y="86534"/>
                      <a:pt x="194119" y="86469"/>
                      <a:pt x="194900" y="86339"/>
                    </a:cubicBezTo>
                    <a:lnTo>
                      <a:pt x="196007" y="86209"/>
                    </a:lnTo>
                    <a:cubicBezTo>
                      <a:pt x="197005" y="86209"/>
                      <a:pt x="197505" y="86571"/>
                      <a:pt x="197505" y="87296"/>
                    </a:cubicBezTo>
                    <a:cubicBezTo>
                      <a:pt x="197505" y="88959"/>
                      <a:pt x="193229" y="89790"/>
                      <a:pt x="184678" y="89790"/>
                    </a:cubicBezTo>
                    <a:cubicBezTo>
                      <a:pt x="182203" y="89790"/>
                      <a:pt x="180543" y="89215"/>
                      <a:pt x="179696" y="88065"/>
                    </a:cubicBezTo>
                    <a:cubicBezTo>
                      <a:pt x="178850" y="86914"/>
                      <a:pt x="178383" y="84516"/>
                      <a:pt x="178297" y="80870"/>
                    </a:cubicBezTo>
                    <a:cubicBezTo>
                      <a:pt x="176170" y="83952"/>
                      <a:pt x="173630" y="86263"/>
                      <a:pt x="170678" y="87804"/>
                    </a:cubicBezTo>
                    <a:cubicBezTo>
                      <a:pt x="167727" y="89345"/>
                      <a:pt x="164384" y="90116"/>
                      <a:pt x="160651" y="90116"/>
                    </a:cubicBezTo>
                    <a:cubicBezTo>
                      <a:pt x="156267" y="90116"/>
                      <a:pt x="152827" y="88943"/>
                      <a:pt x="150331" y="86598"/>
                    </a:cubicBezTo>
                    <a:cubicBezTo>
                      <a:pt x="147835" y="84253"/>
                      <a:pt x="146587" y="81170"/>
                      <a:pt x="146587" y="77349"/>
                    </a:cubicBezTo>
                    <a:cubicBezTo>
                      <a:pt x="146587" y="74483"/>
                      <a:pt x="147336" y="71812"/>
                      <a:pt x="148833" y="69337"/>
                    </a:cubicBezTo>
                    <a:cubicBezTo>
                      <a:pt x="150331" y="66862"/>
                      <a:pt x="152045" y="65081"/>
                      <a:pt x="153977" y="63996"/>
                    </a:cubicBezTo>
                    <a:cubicBezTo>
                      <a:pt x="155909" y="62910"/>
                      <a:pt x="159305" y="61543"/>
                      <a:pt x="164167" y="59892"/>
                    </a:cubicBezTo>
                    <a:cubicBezTo>
                      <a:pt x="171112" y="57591"/>
                      <a:pt x="175280" y="55681"/>
                      <a:pt x="176669" y="54161"/>
                    </a:cubicBezTo>
                    <a:cubicBezTo>
                      <a:pt x="178058" y="52642"/>
                      <a:pt x="178752" y="50663"/>
                      <a:pt x="178752" y="48224"/>
                    </a:cubicBezTo>
                    <a:cubicBezTo>
                      <a:pt x="178752" y="44348"/>
                      <a:pt x="177841" y="41332"/>
                      <a:pt x="176018" y="39176"/>
                    </a:cubicBezTo>
                    <a:cubicBezTo>
                      <a:pt x="174194" y="37020"/>
                      <a:pt x="171612" y="35942"/>
                      <a:pt x="168269" y="35942"/>
                    </a:cubicBezTo>
                    <a:cubicBezTo>
                      <a:pt x="165534" y="35942"/>
                      <a:pt x="163473" y="36553"/>
                      <a:pt x="162084" y="37773"/>
                    </a:cubicBezTo>
                    <a:cubicBezTo>
                      <a:pt x="160694" y="39038"/>
                      <a:pt x="159631" y="41501"/>
                      <a:pt x="158893" y="45163"/>
                    </a:cubicBezTo>
                    <a:cubicBezTo>
                      <a:pt x="158112" y="49173"/>
                      <a:pt x="156397" y="51178"/>
                      <a:pt x="153749" y="51178"/>
                    </a:cubicBezTo>
                    <a:cubicBezTo>
                      <a:pt x="152794" y="51178"/>
                      <a:pt x="151742" y="50701"/>
                      <a:pt x="150591" y="49746"/>
                    </a:cubicBezTo>
                    <a:cubicBezTo>
                      <a:pt x="149441" y="48791"/>
                      <a:pt x="148866" y="47380"/>
                      <a:pt x="148866" y="45514"/>
                    </a:cubicBezTo>
                    <a:cubicBezTo>
                      <a:pt x="148866" y="42258"/>
                      <a:pt x="150667" y="39426"/>
                      <a:pt x="154270" y="37017"/>
                    </a:cubicBezTo>
                    <a:cubicBezTo>
                      <a:pt x="157873" y="34607"/>
                      <a:pt x="162821" y="33403"/>
                      <a:pt x="169116" y="33403"/>
                    </a:cubicBezTo>
                    <a:close/>
                    <a:moveTo>
                      <a:pt x="1408994" y="33273"/>
                    </a:moveTo>
                    <a:cubicBezTo>
                      <a:pt x="1414854" y="33273"/>
                      <a:pt x="1420149" y="35497"/>
                      <a:pt x="1424881" y="39947"/>
                    </a:cubicBezTo>
                    <a:cubicBezTo>
                      <a:pt x="1429612" y="44396"/>
                      <a:pt x="1431978" y="49616"/>
                      <a:pt x="1431978" y="55606"/>
                    </a:cubicBezTo>
                    <a:cubicBezTo>
                      <a:pt x="1431978" y="56518"/>
                      <a:pt x="1431837" y="57190"/>
                      <a:pt x="1431554" y="57625"/>
                    </a:cubicBezTo>
                    <a:cubicBezTo>
                      <a:pt x="1431272" y="58059"/>
                      <a:pt x="1429609" y="58276"/>
                      <a:pt x="1426565" y="58276"/>
                    </a:cubicBezTo>
                    <a:lnTo>
                      <a:pt x="1393954" y="58797"/>
                    </a:lnTo>
                    <a:cubicBezTo>
                      <a:pt x="1393779" y="61010"/>
                      <a:pt x="1393692" y="62768"/>
                      <a:pt x="1393692" y="64071"/>
                    </a:cubicBezTo>
                    <a:cubicBezTo>
                      <a:pt x="1393692" y="70235"/>
                      <a:pt x="1395509" y="75444"/>
                      <a:pt x="1399141" y="79698"/>
                    </a:cubicBezTo>
                    <a:cubicBezTo>
                      <a:pt x="1402774" y="83952"/>
                      <a:pt x="1407266" y="86079"/>
                      <a:pt x="1412616" y="86079"/>
                    </a:cubicBezTo>
                    <a:cubicBezTo>
                      <a:pt x="1417837" y="86079"/>
                      <a:pt x="1422688" y="83995"/>
                      <a:pt x="1427168" y="79828"/>
                    </a:cubicBezTo>
                    <a:cubicBezTo>
                      <a:pt x="1428473" y="78656"/>
                      <a:pt x="1429300" y="78070"/>
                      <a:pt x="1429648" y="78070"/>
                    </a:cubicBezTo>
                    <a:cubicBezTo>
                      <a:pt x="1430344" y="78070"/>
                      <a:pt x="1430714" y="78634"/>
                      <a:pt x="1430757" y="79763"/>
                    </a:cubicBezTo>
                    <a:cubicBezTo>
                      <a:pt x="1429107" y="82801"/>
                      <a:pt x="1426285" y="85362"/>
                      <a:pt x="1422290" y="87446"/>
                    </a:cubicBezTo>
                    <a:cubicBezTo>
                      <a:pt x="1418295" y="89530"/>
                      <a:pt x="1413844" y="90571"/>
                      <a:pt x="1408938" y="90571"/>
                    </a:cubicBezTo>
                    <a:cubicBezTo>
                      <a:pt x="1401729" y="90571"/>
                      <a:pt x="1395628" y="87978"/>
                      <a:pt x="1390634" y="82790"/>
                    </a:cubicBezTo>
                    <a:cubicBezTo>
                      <a:pt x="1385641" y="77603"/>
                      <a:pt x="1383144" y="71038"/>
                      <a:pt x="1383144" y="63094"/>
                    </a:cubicBezTo>
                    <a:cubicBezTo>
                      <a:pt x="1383144" y="54586"/>
                      <a:pt x="1385889" y="47489"/>
                      <a:pt x="1391381" y="41802"/>
                    </a:cubicBezTo>
                    <a:cubicBezTo>
                      <a:pt x="1396872" y="36116"/>
                      <a:pt x="1402743" y="33273"/>
                      <a:pt x="1408994" y="33273"/>
                    </a:cubicBezTo>
                    <a:close/>
                    <a:moveTo>
                      <a:pt x="1258566" y="33273"/>
                    </a:moveTo>
                    <a:lnTo>
                      <a:pt x="1258500" y="47923"/>
                    </a:lnTo>
                    <a:lnTo>
                      <a:pt x="1258631" y="61596"/>
                    </a:lnTo>
                    <a:lnTo>
                      <a:pt x="1258631" y="71884"/>
                    </a:lnTo>
                    <a:lnTo>
                      <a:pt x="1258566" y="79698"/>
                    </a:lnTo>
                    <a:cubicBezTo>
                      <a:pt x="1258566" y="82823"/>
                      <a:pt x="1259076" y="84809"/>
                      <a:pt x="1260096" y="85655"/>
                    </a:cubicBezTo>
                    <a:cubicBezTo>
                      <a:pt x="1261116" y="86502"/>
                      <a:pt x="1262646" y="86969"/>
                      <a:pt x="1264686" y="87055"/>
                    </a:cubicBezTo>
                    <a:cubicBezTo>
                      <a:pt x="1267073" y="87186"/>
                      <a:pt x="1268267" y="87685"/>
                      <a:pt x="1268267" y="88553"/>
                    </a:cubicBezTo>
                    <a:cubicBezTo>
                      <a:pt x="1268267" y="89247"/>
                      <a:pt x="1267811" y="89595"/>
                      <a:pt x="1266900" y="89595"/>
                    </a:cubicBezTo>
                    <a:cubicBezTo>
                      <a:pt x="1266553" y="89595"/>
                      <a:pt x="1266162" y="89573"/>
                      <a:pt x="1265728" y="89530"/>
                    </a:cubicBezTo>
                    <a:cubicBezTo>
                      <a:pt x="1261691" y="89009"/>
                      <a:pt x="1257936" y="88748"/>
                      <a:pt x="1254463" y="88748"/>
                    </a:cubicBezTo>
                    <a:cubicBezTo>
                      <a:pt x="1248907" y="88748"/>
                      <a:pt x="1245066" y="88922"/>
                      <a:pt x="1242939" y="89269"/>
                    </a:cubicBezTo>
                    <a:cubicBezTo>
                      <a:pt x="1242504" y="89356"/>
                      <a:pt x="1242070" y="89399"/>
                      <a:pt x="1241636" y="89399"/>
                    </a:cubicBezTo>
                    <a:cubicBezTo>
                      <a:pt x="1240595" y="89399"/>
                      <a:pt x="1240074" y="89009"/>
                      <a:pt x="1240074" y="88227"/>
                    </a:cubicBezTo>
                    <a:cubicBezTo>
                      <a:pt x="1240074" y="87446"/>
                      <a:pt x="1241281" y="86903"/>
                      <a:pt x="1243695" y="86600"/>
                    </a:cubicBezTo>
                    <a:cubicBezTo>
                      <a:pt x="1246108" y="86296"/>
                      <a:pt x="1247649" y="85764"/>
                      <a:pt x="1248317" y="85004"/>
                    </a:cubicBezTo>
                    <a:cubicBezTo>
                      <a:pt x="1248985" y="84245"/>
                      <a:pt x="1249320" y="82085"/>
                      <a:pt x="1249320" y="78526"/>
                    </a:cubicBezTo>
                    <a:lnTo>
                      <a:pt x="1249775" y="51569"/>
                    </a:lnTo>
                    <a:cubicBezTo>
                      <a:pt x="1249775" y="44363"/>
                      <a:pt x="1249233" y="40099"/>
                      <a:pt x="1248148" y="38775"/>
                    </a:cubicBezTo>
                    <a:cubicBezTo>
                      <a:pt x="1247062" y="37451"/>
                      <a:pt x="1244957" y="36745"/>
                      <a:pt x="1241832" y="36658"/>
                    </a:cubicBezTo>
                    <a:cubicBezTo>
                      <a:pt x="1240790" y="36658"/>
                      <a:pt x="1240269" y="36311"/>
                      <a:pt x="1240269" y="35617"/>
                    </a:cubicBezTo>
                    <a:cubicBezTo>
                      <a:pt x="1240269" y="35226"/>
                      <a:pt x="1240443" y="34922"/>
                      <a:pt x="1240790" y="34705"/>
                    </a:cubicBezTo>
                    <a:cubicBezTo>
                      <a:pt x="1241137" y="34488"/>
                      <a:pt x="1243720" y="34206"/>
                      <a:pt x="1248538" y="33859"/>
                    </a:cubicBezTo>
                    <a:cubicBezTo>
                      <a:pt x="1253357" y="33511"/>
                      <a:pt x="1256699" y="33316"/>
                      <a:pt x="1258566" y="33273"/>
                    </a:cubicBezTo>
                    <a:close/>
                    <a:moveTo>
                      <a:pt x="770818" y="33273"/>
                    </a:moveTo>
                    <a:cubicBezTo>
                      <a:pt x="776679" y="33273"/>
                      <a:pt x="781974" y="35497"/>
                      <a:pt x="786706" y="39947"/>
                    </a:cubicBezTo>
                    <a:cubicBezTo>
                      <a:pt x="791437" y="44396"/>
                      <a:pt x="793803" y="49616"/>
                      <a:pt x="793803" y="55606"/>
                    </a:cubicBezTo>
                    <a:cubicBezTo>
                      <a:pt x="793803" y="56518"/>
                      <a:pt x="793662" y="57190"/>
                      <a:pt x="793379" y="57625"/>
                    </a:cubicBezTo>
                    <a:cubicBezTo>
                      <a:pt x="793097" y="58059"/>
                      <a:pt x="791434" y="58276"/>
                      <a:pt x="788390" y="58276"/>
                    </a:cubicBezTo>
                    <a:lnTo>
                      <a:pt x="755779" y="58797"/>
                    </a:lnTo>
                    <a:cubicBezTo>
                      <a:pt x="755604" y="61010"/>
                      <a:pt x="755517" y="62768"/>
                      <a:pt x="755517" y="64071"/>
                    </a:cubicBezTo>
                    <a:cubicBezTo>
                      <a:pt x="755517" y="70235"/>
                      <a:pt x="757333" y="75444"/>
                      <a:pt x="760966" y="79698"/>
                    </a:cubicBezTo>
                    <a:cubicBezTo>
                      <a:pt x="764599" y="83952"/>
                      <a:pt x="769091" y="86079"/>
                      <a:pt x="774441" y="86079"/>
                    </a:cubicBezTo>
                    <a:cubicBezTo>
                      <a:pt x="779662" y="86079"/>
                      <a:pt x="784512" y="83995"/>
                      <a:pt x="788993" y="79828"/>
                    </a:cubicBezTo>
                    <a:cubicBezTo>
                      <a:pt x="790298" y="78656"/>
                      <a:pt x="791125" y="78070"/>
                      <a:pt x="791473" y="78070"/>
                    </a:cubicBezTo>
                    <a:cubicBezTo>
                      <a:pt x="792169" y="78070"/>
                      <a:pt x="792539" y="78634"/>
                      <a:pt x="792582" y="79763"/>
                    </a:cubicBezTo>
                    <a:cubicBezTo>
                      <a:pt x="790932" y="82801"/>
                      <a:pt x="788110" y="85362"/>
                      <a:pt x="784115" y="87446"/>
                    </a:cubicBezTo>
                    <a:cubicBezTo>
                      <a:pt x="780120" y="89530"/>
                      <a:pt x="775669" y="90571"/>
                      <a:pt x="770763" y="90571"/>
                    </a:cubicBezTo>
                    <a:cubicBezTo>
                      <a:pt x="763554" y="90571"/>
                      <a:pt x="757453" y="87978"/>
                      <a:pt x="752459" y="82790"/>
                    </a:cubicBezTo>
                    <a:cubicBezTo>
                      <a:pt x="747466" y="77603"/>
                      <a:pt x="744969" y="71038"/>
                      <a:pt x="744969" y="63094"/>
                    </a:cubicBezTo>
                    <a:cubicBezTo>
                      <a:pt x="744969" y="54586"/>
                      <a:pt x="747715" y="47489"/>
                      <a:pt x="753206" y="41802"/>
                    </a:cubicBezTo>
                    <a:cubicBezTo>
                      <a:pt x="758697" y="36116"/>
                      <a:pt x="764568" y="33273"/>
                      <a:pt x="770818" y="33273"/>
                    </a:cubicBezTo>
                    <a:close/>
                    <a:moveTo>
                      <a:pt x="618418" y="33273"/>
                    </a:moveTo>
                    <a:cubicBezTo>
                      <a:pt x="624279" y="33273"/>
                      <a:pt x="629574" y="35497"/>
                      <a:pt x="634306" y="39947"/>
                    </a:cubicBezTo>
                    <a:cubicBezTo>
                      <a:pt x="639037" y="44396"/>
                      <a:pt x="641403" y="49616"/>
                      <a:pt x="641403" y="55606"/>
                    </a:cubicBezTo>
                    <a:cubicBezTo>
                      <a:pt x="641403" y="56518"/>
                      <a:pt x="641262" y="57190"/>
                      <a:pt x="640979" y="57625"/>
                    </a:cubicBezTo>
                    <a:cubicBezTo>
                      <a:pt x="640697" y="58059"/>
                      <a:pt x="639034" y="58276"/>
                      <a:pt x="635990" y="58276"/>
                    </a:cubicBezTo>
                    <a:lnTo>
                      <a:pt x="603379" y="58797"/>
                    </a:lnTo>
                    <a:cubicBezTo>
                      <a:pt x="603204" y="61010"/>
                      <a:pt x="603117" y="62768"/>
                      <a:pt x="603117" y="64071"/>
                    </a:cubicBezTo>
                    <a:cubicBezTo>
                      <a:pt x="603117" y="70235"/>
                      <a:pt x="604933" y="75444"/>
                      <a:pt x="608566" y="79698"/>
                    </a:cubicBezTo>
                    <a:cubicBezTo>
                      <a:pt x="612199" y="83952"/>
                      <a:pt x="616691" y="86079"/>
                      <a:pt x="622041" y="86079"/>
                    </a:cubicBezTo>
                    <a:cubicBezTo>
                      <a:pt x="627262" y="86079"/>
                      <a:pt x="632112" y="83995"/>
                      <a:pt x="636593" y="79828"/>
                    </a:cubicBezTo>
                    <a:cubicBezTo>
                      <a:pt x="637898" y="78656"/>
                      <a:pt x="638725" y="78070"/>
                      <a:pt x="639073" y="78070"/>
                    </a:cubicBezTo>
                    <a:cubicBezTo>
                      <a:pt x="639769" y="78070"/>
                      <a:pt x="640139" y="78634"/>
                      <a:pt x="640182" y="79763"/>
                    </a:cubicBezTo>
                    <a:cubicBezTo>
                      <a:pt x="638532" y="82801"/>
                      <a:pt x="635709" y="85362"/>
                      <a:pt x="631715" y="87446"/>
                    </a:cubicBezTo>
                    <a:cubicBezTo>
                      <a:pt x="627720" y="89530"/>
                      <a:pt x="623269" y="90571"/>
                      <a:pt x="618363" y="90571"/>
                    </a:cubicBezTo>
                    <a:cubicBezTo>
                      <a:pt x="611154" y="90571"/>
                      <a:pt x="605053" y="87978"/>
                      <a:pt x="600059" y="82790"/>
                    </a:cubicBezTo>
                    <a:cubicBezTo>
                      <a:pt x="595066" y="77603"/>
                      <a:pt x="592569" y="71038"/>
                      <a:pt x="592569" y="63094"/>
                    </a:cubicBezTo>
                    <a:cubicBezTo>
                      <a:pt x="592569" y="54586"/>
                      <a:pt x="595315" y="47489"/>
                      <a:pt x="600806" y="41802"/>
                    </a:cubicBezTo>
                    <a:cubicBezTo>
                      <a:pt x="606297" y="36116"/>
                      <a:pt x="612168" y="33273"/>
                      <a:pt x="618418" y="33273"/>
                    </a:cubicBezTo>
                    <a:close/>
                    <a:moveTo>
                      <a:pt x="332668" y="33273"/>
                    </a:moveTo>
                    <a:cubicBezTo>
                      <a:pt x="338529" y="33273"/>
                      <a:pt x="343824" y="35497"/>
                      <a:pt x="348556" y="39947"/>
                    </a:cubicBezTo>
                    <a:cubicBezTo>
                      <a:pt x="353287" y="44396"/>
                      <a:pt x="355653" y="49616"/>
                      <a:pt x="355653" y="55606"/>
                    </a:cubicBezTo>
                    <a:cubicBezTo>
                      <a:pt x="355653" y="56518"/>
                      <a:pt x="355512" y="57190"/>
                      <a:pt x="355229" y="57625"/>
                    </a:cubicBezTo>
                    <a:cubicBezTo>
                      <a:pt x="354947" y="58059"/>
                      <a:pt x="353284" y="58276"/>
                      <a:pt x="350240" y="58276"/>
                    </a:cubicBezTo>
                    <a:lnTo>
                      <a:pt x="317629" y="58797"/>
                    </a:lnTo>
                    <a:cubicBezTo>
                      <a:pt x="317454" y="61010"/>
                      <a:pt x="317367" y="62768"/>
                      <a:pt x="317367" y="64071"/>
                    </a:cubicBezTo>
                    <a:cubicBezTo>
                      <a:pt x="317367" y="70235"/>
                      <a:pt x="319183" y="75444"/>
                      <a:pt x="322816" y="79698"/>
                    </a:cubicBezTo>
                    <a:cubicBezTo>
                      <a:pt x="326449" y="83952"/>
                      <a:pt x="330941" y="86079"/>
                      <a:pt x="336291" y="86079"/>
                    </a:cubicBezTo>
                    <a:cubicBezTo>
                      <a:pt x="341512" y="86079"/>
                      <a:pt x="346362" y="83995"/>
                      <a:pt x="350843" y="79828"/>
                    </a:cubicBezTo>
                    <a:cubicBezTo>
                      <a:pt x="352148" y="78656"/>
                      <a:pt x="352975" y="78070"/>
                      <a:pt x="353323" y="78070"/>
                    </a:cubicBezTo>
                    <a:cubicBezTo>
                      <a:pt x="354019" y="78070"/>
                      <a:pt x="354389" y="78634"/>
                      <a:pt x="354432" y="79763"/>
                    </a:cubicBezTo>
                    <a:cubicBezTo>
                      <a:pt x="352782" y="82801"/>
                      <a:pt x="349960" y="85362"/>
                      <a:pt x="345965" y="87446"/>
                    </a:cubicBezTo>
                    <a:cubicBezTo>
                      <a:pt x="341970" y="89530"/>
                      <a:pt x="337519" y="90571"/>
                      <a:pt x="332613" y="90571"/>
                    </a:cubicBezTo>
                    <a:cubicBezTo>
                      <a:pt x="325404" y="90571"/>
                      <a:pt x="319303" y="87978"/>
                      <a:pt x="314309" y="82790"/>
                    </a:cubicBezTo>
                    <a:cubicBezTo>
                      <a:pt x="309316" y="77603"/>
                      <a:pt x="306819" y="71038"/>
                      <a:pt x="306819" y="63094"/>
                    </a:cubicBezTo>
                    <a:cubicBezTo>
                      <a:pt x="306819" y="54586"/>
                      <a:pt x="309564" y="47489"/>
                      <a:pt x="315056" y="41802"/>
                    </a:cubicBezTo>
                    <a:cubicBezTo>
                      <a:pt x="320547" y="36116"/>
                      <a:pt x="326418" y="33273"/>
                      <a:pt x="332668" y="33273"/>
                    </a:cubicBezTo>
                    <a:close/>
                    <a:moveTo>
                      <a:pt x="694879" y="33142"/>
                    </a:moveTo>
                    <a:cubicBezTo>
                      <a:pt x="699610" y="33142"/>
                      <a:pt x="704147" y="34304"/>
                      <a:pt x="708487" y="36626"/>
                    </a:cubicBezTo>
                    <a:cubicBezTo>
                      <a:pt x="712828" y="38948"/>
                      <a:pt x="714999" y="41846"/>
                      <a:pt x="714999" y="45318"/>
                    </a:cubicBezTo>
                    <a:cubicBezTo>
                      <a:pt x="714999" y="46664"/>
                      <a:pt x="714586" y="47847"/>
                      <a:pt x="713761" y="48867"/>
                    </a:cubicBezTo>
                    <a:cubicBezTo>
                      <a:pt x="712937" y="49887"/>
                      <a:pt x="711982" y="50397"/>
                      <a:pt x="710897" y="50397"/>
                    </a:cubicBezTo>
                    <a:cubicBezTo>
                      <a:pt x="708466" y="50397"/>
                      <a:pt x="706599" y="48444"/>
                      <a:pt x="705297" y="44537"/>
                    </a:cubicBezTo>
                    <a:cubicBezTo>
                      <a:pt x="703300" y="38547"/>
                      <a:pt x="699806" y="35551"/>
                      <a:pt x="694814" y="35551"/>
                    </a:cubicBezTo>
                    <a:cubicBezTo>
                      <a:pt x="689865" y="35551"/>
                      <a:pt x="686100" y="37692"/>
                      <a:pt x="683517" y="41973"/>
                    </a:cubicBezTo>
                    <a:cubicBezTo>
                      <a:pt x="680934" y="46254"/>
                      <a:pt x="679643" y="51872"/>
                      <a:pt x="679643" y="58826"/>
                    </a:cubicBezTo>
                    <a:cubicBezTo>
                      <a:pt x="679643" y="66998"/>
                      <a:pt x="681444" y="73669"/>
                      <a:pt x="685047" y="78842"/>
                    </a:cubicBezTo>
                    <a:cubicBezTo>
                      <a:pt x="688650" y="84014"/>
                      <a:pt x="692991" y="86600"/>
                      <a:pt x="698069" y="86600"/>
                    </a:cubicBezTo>
                    <a:cubicBezTo>
                      <a:pt x="701412" y="86600"/>
                      <a:pt x="704646" y="85297"/>
                      <a:pt x="707771" y="82693"/>
                    </a:cubicBezTo>
                    <a:cubicBezTo>
                      <a:pt x="710853" y="80132"/>
                      <a:pt x="712655" y="77006"/>
                      <a:pt x="713175" y="73317"/>
                    </a:cubicBezTo>
                    <a:cubicBezTo>
                      <a:pt x="713393" y="72058"/>
                      <a:pt x="713870" y="71428"/>
                      <a:pt x="714608" y="71428"/>
                    </a:cubicBezTo>
                    <a:cubicBezTo>
                      <a:pt x="715389" y="71428"/>
                      <a:pt x="715780" y="71819"/>
                      <a:pt x="715780" y="72600"/>
                    </a:cubicBezTo>
                    <a:cubicBezTo>
                      <a:pt x="715780" y="76854"/>
                      <a:pt x="713816" y="80848"/>
                      <a:pt x="709887" y="84581"/>
                    </a:cubicBezTo>
                    <a:cubicBezTo>
                      <a:pt x="705959" y="88314"/>
                      <a:pt x="700696" y="90181"/>
                      <a:pt x="694098" y="90181"/>
                    </a:cubicBezTo>
                    <a:cubicBezTo>
                      <a:pt x="686892" y="90181"/>
                      <a:pt x="680836" y="87443"/>
                      <a:pt x="675931" y="81967"/>
                    </a:cubicBezTo>
                    <a:cubicBezTo>
                      <a:pt x="671026" y="76492"/>
                      <a:pt x="668574" y="70147"/>
                      <a:pt x="668574" y="62932"/>
                    </a:cubicBezTo>
                    <a:cubicBezTo>
                      <a:pt x="668574" y="54980"/>
                      <a:pt x="671124" y="48027"/>
                      <a:pt x="676224" y="42073"/>
                    </a:cubicBezTo>
                    <a:cubicBezTo>
                      <a:pt x="681325" y="36119"/>
                      <a:pt x="687543" y="33142"/>
                      <a:pt x="694879" y="33142"/>
                    </a:cubicBezTo>
                    <a:close/>
                    <a:moveTo>
                      <a:pt x="1480866" y="32752"/>
                    </a:moveTo>
                    <a:cubicBezTo>
                      <a:pt x="1484433" y="32752"/>
                      <a:pt x="1488347" y="33859"/>
                      <a:pt x="1492610" y="36072"/>
                    </a:cubicBezTo>
                    <a:cubicBezTo>
                      <a:pt x="1493306" y="36420"/>
                      <a:pt x="1493915" y="36593"/>
                      <a:pt x="1494436" y="36593"/>
                    </a:cubicBezTo>
                    <a:cubicBezTo>
                      <a:pt x="1494871" y="36593"/>
                      <a:pt x="1495350" y="36235"/>
                      <a:pt x="1495872" y="35518"/>
                    </a:cubicBezTo>
                    <a:cubicBezTo>
                      <a:pt x="1496379" y="34846"/>
                      <a:pt x="1496781" y="34510"/>
                      <a:pt x="1497077" y="34510"/>
                    </a:cubicBezTo>
                    <a:cubicBezTo>
                      <a:pt x="1497457" y="34510"/>
                      <a:pt x="1497753" y="34673"/>
                      <a:pt x="1497964" y="35000"/>
                    </a:cubicBezTo>
                    <a:cubicBezTo>
                      <a:pt x="1498175" y="35327"/>
                      <a:pt x="1498411" y="37244"/>
                      <a:pt x="1498672" y="40752"/>
                    </a:cubicBezTo>
                    <a:cubicBezTo>
                      <a:pt x="1498932" y="44259"/>
                      <a:pt x="1499063" y="47146"/>
                      <a:pt x="1499063" y="49412"/>
                    </a:cubicBezTo>
                    <a:cubicBezTo>
                      <a:pt x="1499063" y="50807"/>
                      <a:pt x="1498693" y="51504"/>
                      <a:pt x="1497956" y="51504"/>
                    </a:cubicBezTo>
                    <a:cubicBezTo>
                      <a:pt x="1497304" y="51504"/>
                      <a:pt x="1496784" y="50877"/>
                      <a:pt x="1496393" y="49623"/>
                    </a:cubicBezTo>
                    <a:cubicBezTo>
                      <a:pt x="1496046" y="48456"/>
                      <a:pt x="1495004" y="46229"/>
                      <a:pt x="1493268" y="42943"/>
                    </a:cubicBezTo>
                    <a:cubicBezTo>
                      <a:pt x="1491531" y="39657"/>
                      <a:pt x="1489632" y="37561"/>
                      <a:pt x="1487570" y="36653"/>
                    </a:cubicBezTo>
                    <a:cubicBezTo>
                      <a:pt x="1485508" y="35745"/>
                      <a:pt x="1483479" y="35291"/>
                      <a:pt x="1481482" y="35291"/>
                    </a:cubicBezTo>
                    <a:cubicBezTo>
                      <a:pt x="1478357" y="35291"/>
                      <a:pt x="1475796" y="36049"/>
                      <a:pt x="1473799" y="37566"/>
                    </a:cubicBezTo>
                    <a:cubicBezTo>
                      <a:pt x="1471802" y="39082"/>
                      <a:pt x="1470804" y="41054"/>
                      <a:pt x="1470804" y="43481"/>
                    </a:cubicBezTo>
                    <a:cubicBezTo>
                      <a:pt x="1470804" y="44998"/>
                      <a:pt x="1471216" y="46362"/>
                      <a:pt x="1472041" y="47575"/>
                    </a:cubicBezTo>
                    <a:cubicBezTo>
                      <a:pt x="1472866" y="48788"/>
                      <a:pt x="1473636" y="49698"/>
                      <a:pt x="1474352" y="50305"/>
                    </a:cubicBezTo>
                    <a:cubicBezTo>
                      <a:pt x="1475069" y="50912"/>
                      <a:pt x="1479203" y="52918"/>
                      <a:pt x="1486756" y="56323"/>
                    </a:cubicBezTo>
                    <a:cubicBezTo>
                      <a:pt x="1491444" y="58446"/>
                      <a:pt x="1494526" y="60082"/>
                      <a:pt x="1496002" y="61230"/>
                    </a:cubicBezTo>
                    <a:cubicBezTo>
                      <a:pt x="1497478" y="62378"/>
                      <a:pt x="1498715" y="63926"/>
                      <a:pt x="1499714" y="65876"/>
                    </a:cubicBezTo>
                    <a:cubicBezTo>
                      <a:pt x="1500712" y="67826"/>
                      <a:pt x="1501211" y="69862"/>
                      <a:pt x="1501211" y="71985"/>
                    </a:cubicBezTo>
                    <a:cubicBezTo>
                      <a:pt x="1501211" y="77011"/>
                      <a:pt x="1499348" y="81332"/>
                      <a:pt x="1495622" y="84950"/>
                    </a:cubicBezTo>
                    <a:cubicBezTo>
                      <a:pt x="1491895" y="88567"/>
                      <a:pt x="1487476" y="90376"/>
                      <a:pt x="1482363" y="90376"/>
                    </a:cubicBezTo>
                    <a:cubicBezTo>
                      <a:pt x="1479330" y="90376"/>
                      <a:pt x="1475712" y="89399"/>
                      <a:pt x="1471509" y="87446"/>
                    </a:cubicBezTo>
                    <a:cubicBezTo>
                      <a:pt x="1469212" y="86404"/>
                      <a:pt x="1467848" y="85883"/>
                      <a:pt x="1467415" y="85883"/>
                    </a:cubicBezTo>
                    <a:cubicBezTo>
                      <a:pt x="1466678" y="85883"/>
                      <a:pt x="1466027" y="86339"/>
                      <a:pt x="1465465" y="87251"/>
                    </a:cubicBezTo>
                    <a:cubicBezTo>
                      <a:pt x="1464756" y="88466"/>
                      <a:pt x="1464091" y="89074"/>
                      <a:pt x="1463472" y="89074"/>
                    </a:cubicBezTo>
                    <a:cubicBezTo>
                      <a:pt x="1462940" y="89074"/>
                      <a:pt x="1462607" y="88455"/>
                      <a:pt x="1462474" y="87218"/>
                    </a:cubicBezTo>
                    <a:cubicBezTo>
                      <a:pt x="1462341" y="85981"/>
                      <a:pt x="1462253" y="83170"/>
                      <a:pt x="1462209" y="78786"/>
                    </a:cubicBezTo>
                    <a:cubicBezTo>
                      <a:pt x="1462165" y="75010"/>
                      <a:pt x="1462100" y="72579"/>
                      <a:pt x="1462014" y="71493"/>
                    </a:cubicBezTo>
                    <a:cubicBezTo>
                      <a:pt x="1462014" y="69887"/>
                      <a:pt x="1462437" y="69084"/>
                      <a:pt x="1463285" y="69084"/>
                    </a:cubicBezTo>
                    <a:cubicBezTo>
                      <a:pt x="1463776" y="69084"/>
                      <a:pt x="1464155" y="69497"/>
                      <a:pt x="1464423" y="70321"/>
                    </a:cubicBezTo>
                    <a:cubicBezTo>
                      <a:pt x="1466108" y="75270"/>
                      <a:pt x="1468474" y="79470"/>
                      <a:pt x="1471520" y="82921"/>
                    </a:cubicBezTo>
                    <a:cubicBezTo>
                      <a:pt x="1474567" y="86372"/>
                      <a:pt x="1478143" y="88097"/>
                      <a:pt x="1482248" y="88097"/>
                    </a:cubicBezTo>
                    <a:cubicBezTo>
                      <a:pt x="1485144" y="88097"/>
                      <a:pt x="1487715" y="87196"/>
                      <a:pt x="1489962" y="85395"/>
                    </a:cubicBezTo>
                    <a:cubicBezTo>
                      <a:pt x="1492209" y="83594"/>
                      <a:pt x="1493333" y="81152"/>
                      <a:pt x="1493333" y="78070"/>
                    </a:cubicBezTo>
                    <a:cubicBezTo>
                      <a:pt x="1493333" y="73295"/>
                      <a:pt x="1489196" y="69063"/>
                      <a:pt x="1480924" y="65373"/>
                    </a:cubicBezTo>
                    <a:cubicBezTo>
                      <a:pt x="1475249" y="62834"/>
                      <a:pt x="1471459" y="60977"/>
                      <a:pt x="1469553" y="59804"/>
                    </a:cubicBezTo>
                    <a:cubicBezTo>
                      <a:pt x="1467647" y="58630"/>
                      <a:pt x="1466153" y="57044"/>
                      <a:pt x="1465070" y="55045"/>
                    </a:cubicBezTo>
                    <a:cubicBezTo>
                      <a:pt x="1463987" y="53046"/>
                      <a:pt x="1463446" y="50873"/>
                      <a:pt x="1463446" y="48527"/>
                    </a:cubicBezTo>
                    <a:cubicBezTo>
                      <a:pt x="1463446" y="44051"/>
                      <a:pt x="1465142" y="40302"/>
                      <a:pt x="1468535" y="37282"/>
                    </a:cubicBezTo>
                    <a:cubicBezTo>
                      <a:pt x="1471928" y="34262"/>
                      <a:pt x="1476038" y="32752"/>
                      <a:pt x="1480866" y="32752"/>
                    </a:cubicBezTo>
                    <a:close/>
                    <a:moveTo>
                      <a:pt x="1128441" y="32752"/>
                    </a:moveTo>
                    <a:cubicBezTo>
                      <a:pt x="1132008" y="32752"/>
                      <a:pt x="1135922" y="33859"/>
                      <a:pt x="1140185" y="36072"/>
                    </a:cubicBezTo>
                    <a:cubicBezTo>
                      <a:pt x="1140881" y="36420"/>
                      <a:pt x="1141490" y="36593"/>
                      <a:pt x="1142011" y="36593"/>
                    </a:cubicBezTo>
                    <a:cubicBezTo>
                      <a:pt x="1142446" y="36593"/>
                      <a:pt x="1142925" y="36235"/>
                      <a:pt x="1143447" y="35518"/>
                    </a:cubicBezTo>
                    <a:cubicBezTo>
                      <a:pt x="1143954" y="34846"/>
                      <a:pt x="1144356" y="34510"/>
                      <a:pt x="1144652" y="34510"/>
                    </a:cubicBezTo>
                    <a:cubicBezTo>
                      <a:pt x="1145032" y="34510"/>
                      <a:pt x="1145328" y="34673"/>
                      <a:pt x="1145539" y="35000"/>
                    </a:cubicBezTo>
                    <a:cubicBezTo>
                      <a:pt x="1145750" y="35327"/>
                      <a:pt x="1145986" y="37244"/>
                      <a:pt x="1146247" y="40752"/>
                    </a:cubicBezTo>
                    <a:cubicBezTo>
                      <a:pt x="1146507" y="44259"/>
                      <a:pt x="1146638" y="47146"/>
                      <a:pt x="1146638" y="49412"/>
                    </a:cubicBezTo>
                    <a:cubicBezTo>
                      <a:pt x="1146638" y="50807"/>
                      <a:pt x="1146268" y="51504"/>
                      <a:pt x="1145531" y="51504"/>
                    </a:cubicBezTo>
                    <a:cubicBezTo>
                      <a:pt x="1144879" y="51504"/>
                      <a:pt x="1144359" y="50877"/>
                      <a:pt x="1143968" y="49623"/>
                    </a:cubicBezTo>
                    <a:cubicBezTo>
                      <a:pt x="1143621" y="48456"/>
                      <a:pt x="1142579" y="46229"/>
                      <a:pt x="1140843" y="42943"/>
                    </a:cubicBezTo>
                    <a:cubicBezTo>
                      <a:pt x="1139106" y="39657"/>
                      <a:pt x="1137207" y="37561"/>
                      <a:pt x="1135145" y="36653"/>
                    </a:cubicBezTo>
                    <a:cubicBezTo>
                      <a:pt x="1133083" y="35745"/>
                      <a:pt x="1131054" y="35291"/>
                      <a:pt x="1129057" y="35291"/>
                    </a:cubicBezTo>
                    <a:cubicBezTo>
                      <a:pt x="1125932" y="35291"/>
                      <a:pt x="1123371" y="36049"/>
                      <a:pt x="1121374" y="37566"/>
                    </a:cubicBezTo>
                    <a:cubicBezTo>
                      <a:pt x="1119377" y="39082"/>
                      <a:pt x="1118379" y="41054"/>
                      <a:pt x="1118379" y="43481"/>
                    </a:cubicBezTo>
                    <a:cubicBezTo>
                      <a:pt x="1118379" y="44998"/>
                      <a:pt x="1118791" y="46362"/>
                      <a:pt x="1119616" y="47575"/>
                    </a:cubicBezTo>
                    <a:cubicBezTo>
                      <a:pt x="1120441" y="48788"/>
                      <a:pt x="1121211" y="49698"/>
                      <a:pt x="1121927" y="50305"/>
                    </a:cubicBezTo>
                    <a:cubicBezTo>
                      <a:pt x="1122644" y="50912"/>
                      <a:pt x="1126778" y="52918"/>
                      <a:pt x="1134331" y="56323"/>
                    </a:cubicBezTo>
                    <a:cubicBezTo>
                      <a:pt x="1139019" y="58446"/>
                      <a:pt x="1142101" y="60082"/>
                      <a:pt x="1143577" y="61230"/>
                    </a:cubicBezTo>
                    <a:cubicBezTo>
                      <a:pt x="1145053" y="62378"/>
                      <a:pt x="1146290" y="63926"/>
                      <a:pt x="1147289" y="65876"/>
                    </a:cubicBezTo>
                    <a:cubicBezTo>
                      <a:pt x="1148287" y="67826"/>
                      <a:pt x="1148786" y="69862"/>
                      <a:pt x="1148786" y="71985"/>
                    </a:cubicBezTo>
                    <a:cubicBezTo>
                      <a:pt x="1148786" y="77011"/>
                      <a:pt x="1146923" y="81332"/>
                      <a:pt x="1143197" y="84950"/>
                    </a:cubicBezTo>
                    <a:cubicBezTo>
                      <a:pt x="1139470" y="88567"/>
                      <a:pt x="1135051" y="90376"/>
                      <a:pt x="1129938" y="90376"/>
                    </a:cubicBezTo>
                    <a:cubicBezTo>
                      <a:pt x="1126905" y="90376"/>
                      <a:pt x="1123287" y="89399"/>
                      <a:pt x="1119084" y="87446"/>
                    </a:cubicBezTo>
                    <a:cubicBezTo>
                      <a:pt x="1116787" y="86404"/>
                      <a:pt x="1115423" y="85883"/>
                      <a:pt x="1114990" y="85883"/>
                    </a:cubicBezTo>
                    <a:cubicBezTo>
                      <a:pt x="1114253" y="85883"/>
                      <a:pt x="1113602" y="86339"/>
                      <a:pt x="1113039" y="87251"/>
                    </a:cubicBezTo>
                    <a:cubicBezTo>
                      <a:pt x="1112331" y="88466"/>
                      <a:pt x="1111666" y="89074"/>
                      <a:pt x="1111046" y="89074"/>
                    </a:cubicBezTo>
                    <a:cubicBezTo>
                      <a:pt x="1110515" y="89074"/>
                      <a:pt x="1110182" y="88455"/>
                      <a:pt x="1110049" y="87218"/>
                    </a:cubicBezTo>
                    <a:cubicBezTo>
                      <a:pt x="1109916" y="85981"/>
                      <a:pt x="1109828" y="83170"/>
                      <a:pt x="1109784" y="78786"/>
                    </a:cubicBezTo>
                    <a:cubicBezTo>
                      <a:pt x="1109740" y="75010"/>
                      <a:pt x="1109675" y="72579"/>
                      <a:pt x="1109589" y="71493"/>
                    </a:cubicBezTo>
                    <a:cubicBezTo>
                      <a:pt x="1109589" y="69887"/>
                      <a:pt x="1110012" y="69084"/>
                      <a:pt x="1110860" y="69084"/>
                    </a:cubicBezTo>
                    <a:cubicBezTo>
                      <a:pt x="1111351" y="69084"/>
                      <a:pt x="1111730" y="69497"/>
                      <a:pt x="1111998" y="70321"/>
                    </a:cubicBezTo>
                    <a:cubicBezTo>
                      <a:pt x="1113683" y="75270"/>
                      <a:pt x="1116049" y="79470"/>
                      <a:pt x="1119095" y="82921"/>
                    </a:cubicBezTo>
                    <a:cubicBezTo>
                      <a:pt x="1122142" y="86372"/>
                      <a:pt x="1125718" y="88097"/>
                      <a:pt x="1129823" y="88097"/>
                    </a:cubicBezTo>
                    <a:cubicBezTo>
                      <a:pt x="1132719" y="88097"/>
                      <a:pt x="1135290" y="87196"/>
                      <a:pt x="1137537" y="85395"/>
                    </a:cubicBezTo>
                    <a:cubicBezTo>
                      <a:pt x="1139784" y="83594"/>
                      <a:pt x="1140908" y="81152"/>
                      <a:pt x="1140908" y="78070"/>
                    </a:cubicBezTo>
                    <a:cubicBezTo>
                      <a:pt x="1140908" y="73295"/>
                      <a:pt x="1136771" y="69063"/>
                      <a:pt x="1128499" y="65373"/>
                    </a:cubicBezTo>
                    <a:cubicBezTo>
                      <a:pt x="1122824" y="62834"/>
                      <a:pt x="1119034" y="60977"/>
                      <a:pt x="1117128" y="59804"/>
                    </a:cubicBezTo>
                    <a:cubicBezTo>
                      <a:pt x="1115222" y="58630"/>
                      <a:pt x="1113728" y="57044"/>
                      <a:pt x="1112645" y="55045"/>
                    </a:cubicBezTo>
                    <a:cubicBezTo>
                      <a:pt x="1111562" y="53046"/>
                      <a:pt x="1111021" y="50873"/>
                      <a:pt x="1111021" y="48527"/>
                    </a:cubicBezTo>
                    <a:cubicBezTo>
                      <a:pt x="1111021" y="44051"/>
                      <a:pt x="1112717" y="40302"/>
                      <a:pt x="1116110" y="37282"/>
                    </a:cubicBezTo>
                    <a:cubicBezTo>
                      <a:pt x="1119503" y="34262"/>
                      <a:pt x="1123613" y="32752"/>
                      <a:pt x="1128441" y="32752"/>
                    </a:cubicBezTo>
                    <a:close/>
                    <a:moveTo>
                      <a:pt x="935858" y="14846"/>
                    </a:moveTo>
                    <a:cubicBezTo>
                      <a:pt x="936659" y="14846"/>
                      <a:pt x="937059" y="15451"/>
                      <a:pt x="937059" y="16663"/>
                    </a:cubicBezTo>
                    <a:cubicBezTo>
                      <a:pt x="937059" y="17052"/>
                      <a:pt x="937038" y="17463"/>
                      <a:pt x="936994" y="17896"/>
                    </a:cubicBezTo>
                    <a:cubicBezTo>
                      <a:pt x="936864" y="19583"/>
                      <a:pt x="936799" y="21529"/>
                      <a:pt x="936799" y="23736"/>
                    </a:cubicBezTo>
                    <a:lnTo>
                      <a:pt x="936864" y="33859"/>
                    </a:lnTo>
                    <a:lnTo>
                      <a:pt x="951124" y="33663"/>
                    </a:lnTo>
                    <a:cubicBezTo>
                      <a:pt x="953555" y="33663"/>
                      <a:pt x="954814" y="33945"/>
                      <a:pt x="954900" y="34510"/>
                    </a:cubicBezTo>
                    <a:cubicBezTo>
                      <a:pt x="954857" y="36506"/>
                      <a:pt x="954531" y="37765"/>
                      <a:pt x="953924" y="38286"/>
                    </a:cubicBezTo>
                    <a:cubicBezTo>
                      <a:pt x="951666" y="38286"/>
                      <a:pt x="945980" y="38612"/>
                      <a:pt x="936864" y="39263"/>
                    </a:cubicBezTo>
                    <a:cubicBezTo>
                      <a:pt x="936256" y="48870"/>
                      <a:pt x="935953" y="58303"/>
                      <a:pt x="935953" y="67562"/>
                    </a:cubicBezTo>
                    <a:cubicBezTo>
                      <a:pt x="935953" y="74691"/>
                      <a:pt x="936803" y="79343"/>
                      <a:pt x="938503" y="81516"/>
                    </a:cubicBezTo>
                    <a:cubicBezTo>
                      <a:pt x="940203" y="83690"/>
                      <a:pt x="942644" y="84776"/>
                      <a:pt x="945827" y="84776"/>
                    </a:cubicBezTo>
                    <a:cubicBezTo>
                      <a:pt x="948137" y="84776"/>
                      <a:pt x="950688" y="83930"/>
                      <a:pt x="953478" y="82237"/>
                    </a:cubicBezTo>
                    <a:cubicBezTo>
                      <a:pt x="954480" y="81629"/>
                      <a:pt x="955090" y="81325"/>
                      <a:pt x="955307" y="81325"/>
                    </a:cubicBezTo>
                    <a:cubicBezTo>
                      <a:pt x="955872" y="81325"/>
                      <a:pt x="956154" y="81629"/>
                      <a:pt x="956154" y="82237"/>
                    </a:cubicBezTo>
                    <a:cubicBezTo>
                      <a:pt x="956154" y="83279"/>
                      <a:pt x="954608" y="84928"/>
                      <a:pt x="951518" y="87186"/>
                    </a:cubicBezTo>
                    <a:cubicBezTo>
                      <a:pt x="948428" y="89443"/>
                      <a:pt x="944640" y="90571"/>
                      <a:pt x="940156" y="90571"/>
                    </a:cubicBezTo>
                    <a:cubicBezTo>
                      <a:pt x="935717" y="90571"/>
                      <a:pt x="932387" y="89028"/>
                      <a:pt x="930167" y="85942"/>
                    </a:cubicBezTo>
                    <a:cubicBezTo>
                      <a:pt x="927947" y="82856"/>
                      <a:pt x="926837" y="78249"/>
                      <a:pt x="926837" y="72121"/>
                    </a:cubicBezTo>
                    <a:cubicBezTo>
                      <a:pt x="926837" y="65732"/>
                      <a:pt x="927228" y="54779"/>
                      <a:pt x="928009" y="39263"/>
                    </a:cubicBezTo>
                    <a:cubicBezTo>
                      <a:pt x="927705" y="39176"/>
                      <a:pt x="925643" y="39024"/>
                      <a:pt x="921823" y="38807"/>
                    </a:cubicBezTo>
                    <a:lnTo>
                      <a:pt x="917916" y="38547"/>
                    </a:lnTo>
                    <a:cubicBezTo>
                      <a:pt x="916962" y="38503"/>
                      <a:pt x="916484" y="38179"/>
                      <a:pt x="916484" y="37573"/>
                    </a:cubicBezTo>
                    <a:cubicBezTo>
                      <a:pt x="916484" y="37010"/>
                      <a:pt x="917025" y="36555"/>
                      <a:pt x="918106" y="36209"/>
                    </a:cubicBezTo>
                    <a:cubicBezTo>
                      <a:pt x="919879" y="35560"/>
                      <a:pt x="922864" y="33655"/>
                      <a:pt x="927059" y="30495"/>
                    </a:cubicBezTo>
                    <a:cubicBezTo>
                      <a:pt x="931254" y="27335"/>
                      <a:pt x="933698" y="22876"/>
                      <a:pt x="934390" y="17119"/>
                    </a:cubicBezTo>
                    <a:cubicBezTo>
                      <a:pt x="934568" y="15603"/>
                      <a:pt x="935057" y="14846"/>
                      <a:pt x="935858" y="14846"/>
                    </a:cubicBezTo>
                    <a:close/>
                    <a:moveTo>
                      <a:pt x="3256" y="3386"/>
                    </a:moveTo>
                    <a:cubicBezTo>
                      <a:pt x="3908" y="3386"/>
                      <a:pt x="4690" y="3408"/>
                      <a:pt x="5601" y="3451"/>
                    </a:cubicBezTo>
                    <a:lnTo>
                      <a:pt x="28657" y="3972"/>
                    </a:lnTo>
                    <a:cubicBezTo>
                      <a:pt x="33045" y="13486"/>
                      <a:pt x="37128" y="21892"/>
                      <a:pt x="40908" y="29190"/>
                    </a:cubicBezTo>
                    <a:cubicBezTo>
                      <a:pt x="45469" y="37922"/>
                      <a:pt x="49021" y="45177"/>
                      <a:pt x="51562" y="50955"/>
                    </a:cubicBezTo>
                    <a:cubicBezTo>
                      <a:pt x="54104" y="56733"/>
                      <a:pt x="57069" y="62445"/>
                      <a:pt x="60457" y="68092"/>
                    </a:cubicBezTo>
                    <a:cubicBezTo>
                      <a:pt x="69451" y="53192"/>
                      <a:pt x="79880" y="31818"/>
                      <a:pt x="91742" y="3972"/>
                    </a:cubicBezTo>
                    <a:lnTo>
                      <a:pt x="117658" y="4039"/>
                    </a:lnTo>
                    <a:cubicBezTo>
                      <a:pt x="118570" y="4173"/>
                      <a:pt x="119026" y="4574"/>
                      <a:pt x="119026" y="5244"/>
                    </a:cubicBezTo>
                    <a:cubicBezTo>
                      <a:pt x="119026" y="5913"/>
                      <a:pt x="118505" y="6292"/>
                      <a:pt x="117463" y="6381"/>
                    </a:cubicBezTo>
                    <a:cubicBezTo>
                      <a:pt x="112862" y="6772"/>
                      <a:pt x="109791" y="7694"/>
                      <a:pt x="108250" y="9148"/>
                    </a:cubicBezTo>
                    <a:cubicBezTo>
                      <a:pt x="106709" y="10603"/>
                      <a:pt x="105754" y="13044"/>
                      <a:pt x="105385" y="16474"/>
                    </a:cubicBezTo>
                    <a:cubicBezTo>
                      <a:pt x="105016" y="19903"/>
                      <a:pt x="104658" y="26284"/>
                      <a:pt x="104310" y="35617"/>
                    </a:cubicBezTo>
                    <a:cubicBezTo>
                      <a:pt x="103963" y="44949"/>
                      <a:pt x="103789" y="52719"/>
                      <a:pt x="103789" y="58927"/>
                    </a:cubicBezTo>
                    <a:cubicBezTo>
                      <a:pt x="103789" y="70864"/>
                      <a:pt x="103876" y="77820"/>
                      <a:pt x="104050" y="79795"/>
                    </a:cubicBezTo>
                    <a:cubicBezTo>
                      <a:pt x="104223" y="81770"/>
                      <a:pt x="104961" y="83344"/>
                      <a:pt x="106264" y="84516"/>
                    </a:cubicBezTo>
                    <a:cubicBezTo>
                      <a:pt x="107566" y="85688"/>
                      <a:pt x="110105" y="86534"/>
                      <a:pt x="113882" y="87055"/>
                    </a:cubicBezTo>
                    <a:cubicBezTo>
                      <a:pt x="114967" y="87229"/>
                      <a:pt x="115510" y="87641"/>
                      <a:pt x="115510" y="88292"/>
                    </a:cubicBezTo>
                    <a:cubicBezTo>
                      <a:pt x="115510" y="88944"/>
                      <a:pt x="114837" y="89269"/>
                      <a:pt x="113491" y="89269"/>
                    </a:cubicBezTo>
                    <a:lnTo>
                      <a:pt x="88162" y="89204"/>
                    </a:lnTo>
                    <a:lnTo>
                      <a:pt x="81521" y="89204"/>
                    </a:lnTo>
                    <a:cubicBezTo>
                      <a:pt x="80045" y="89204"/>
                      <a:pt x="79307" y="88857"/>
                      <a:pt x="79307" y="88162"/>
                    </a:cubicBezTo>
                    <a:cubicBezTo>
                      <a:pt x="79307" y="87555"/>
                      <a:pt x="79806" y="87186"/>
                      <a:pt x="80805" y="87055"/>
                    </a:cubicBezTo>
                    <a:cubicBezTo>
                      <a:pt x="84451" y="86577"/>
                      <a:pt x="86871" y="85904"/>
                      <a:pt x="88065" y="85035"/>
                    </a:cubicBezTo>
                    <a:cubicBezTo>
                      <a:pt x="89259" y="84166"/>
                      <a:pt x="90148" y="82613"/>
                      <a:pt x="90734" y="80376"/>
                    </a:cubicBezTo>
                    <a:cubicBezTo>
                      <a:pt x="91320" y="78139"/>
                      <a:pt x="91613" y="72567"/>
                      <a:pt x="91613" y="63662"/>
                    </a:cubicBezTo>
                    <a:lnTo>
                      <a:pt x="92851" y="32383"/>
                    </a:lnTo>
                    <a:lnTo>
                      <a:pt x="93502" y="16940"/>
                    </a:lnTo>
                    <a:cubicBezTo>
                      <a:pt x="93502" y="15767"/>
                      <a:pt x="93328" y="15181"/>
                      <a:pt x="92980" y="15181"/>
                    </a:cubicBezTo>
                    <a:cubicBezTo>
                      <a:pt x="92458" y="15181"/>
                      <a:pt x="92024" y="15528"/>
                      <a:pt x="91676" y="16223"/>
                    </a:cubicBezTo>
                    <a:lnTo>
                      <a:pt x="78772" y="41702"/>
                    </a:lnTo>
                    <a:cubicBezTo>
                      <a:pt x="70516" y="57992"/>
                      <a:pt x="65454" y="68418"/>
                      <a:pt x="63586" y="72980"/>
                    </a:cubicBezTo>
                    <a:lnTo>
                      <a:pt x="59546" y="82819"/>
                    </a:lnTo>
                    <a:cubicBezTo>
                      <a:pt x="58285" y="85816"/>
                      <a:pt x="57525" y="87456"/>
                      <a:pt x="57264" y="87738"/>
                    </a:cubicBezTo>
                    <a:cubicBezTo>
                      <a:pt x="57003" y="88021"/>
                      <a:pt x="56699" y="88162"/>
                      <a:pt x="56352" y="88162"/>
                    </a:cubicBezTo>
                    <a:cubicBezTo>
                      <a:pt x="55830" y="88162"/>
                      <a:pt x="55396" y="87598"/>
                      <a:pt x="55049" y="86468"/>
                    </a:cubicBezTo>
                    <a:cubicBezTo>
                      <a:pt x="54267" y="83775"/>
                      <a:pt x="50248" y="75217"/>
                      <a:pt x="42993" y="60794"/>
                    </a:cubicBezTo>
                    <a:cubicBezTo>
                      <a:pt x="39214" y="52670"/>
                      <a:pt x="34685" y="43395"/>
                      <a:pt x="29407" y="32969"/>
                    </a:cubicBezTo>
                    <a:cubicBezTo>
                      <a:pt x="24129" y="22543"/>
                      <a:pt x="21272" y="17102"/>
                      <a:pt x="20838" y="16646"/>
                    </a:cubicBezTo>
                    <a:cubicBezTo>
                      <a:pt x="20403" y="16190"/>
                      <a:pt x="20078" y="15962"/>
                      <a:pt x="19861" y="15962"/>
                    </a:cubicBezTo>
                    <a:cubicBezTo>
                      <a:pt x="19426" y="15962"/>
                      <a:pt x="19209" y="16504"/>
                      <a:pt x="19209" y="17590"/>
                    </a:cubicBezTo>
                    <a:lnTo>
                      <a:pt x="18492" y="57043"/>
                    </a:lnTo>
                    <a:lnTo>
                      <a:pt x="18297" y="70063"/>
                    </a:lnTo>
                    <a:cubicBezTo>
                      <a:pt x="18297" y="76964"/>
                      <a:pt x="19241" y="81478"/>
                      <a:pt x="21129" y="83605"/>
                    </a:cubicBezTo>
                    <a:cubicBezTo>
                      <a:pt x="23018" y="85732"/>
                      <a:pt x="25720" y="86795"/>
                      <a:pt x="29236" y="86795"/>
                    </a:cubicBezTo>
                    <a:cubicBezTo>
                      <a:pt x="31493" y="86795"/>
                      <a:pt x="32622" y="87272"/>
                      <a:pt x="32622" y="88227"/>
                    </a:cubicBezTo>
                    <a:cubicBezTo>
                      <a:pt x="32622" y="88922"/>
                      <a:pt x="32079" y="89269"/>
                      <a:pt x="30994" y="89269"/>
                    </a:cubicBezTo>
                    <a:lnTo>
                      <a:pt x="29626" y="89204"/>
                    </a:lnTo>
                    <a:lnTo>
                      <a:pt x="25394" y="89269"/>
                    </a:lnTo>
                    <a:lnTo>
                      <a:pt x="16213" y="89204"/>
                    </a:lnTo>
                    <a:cubicBezTo>
                      <a:pt x="12220" y="89204"/>
                      <a:pt x="7076" y="89421"/>
                      <a:pt x="782" y="89855"/>
                    </a:cubicBezTo>
                    <a:cubicBezTo>
                      <a:pt x="261" y="89508"/>
                      <a:pt x="0" y="89161"/>
                      <a:pt x="0" y="88813"/>
                    </a:cubicBezTo>
                    <a:cubicBezTo>
                      <a:pt x="0" y="87945"/>
                      <a:pt x="760" y="87489"/>
                      <a:pt x="2279" y="87446"/>
                    </a:cubicBezTo>
                    <a:cubicBezTo>
                      <a:pt x="6620" y="87316"/>
                      <a:pt x="9811" y="85882"/>
                      <a:pt x="11851" y="83145"/>
                    </a:cubicBezTo>
                    <a:cubicBezTo>
                      <a:pt x="13891" y="80408"/>
                      <a:pt x="14911" y="74282"/>
                      <a:pt x="14911" y="64769"/>
                    </a:cubicBezTo>
                    <a:lnTo>
                      <a:pt x="14781" y="53300"/>
                    </a:lnTo>
                    <a:lnTo>
                      <a:pt x="15692" y="24236"/>
                    </a:lnTo>
                    <a:cubicBezTo>
                      <a:pt x="15692" y="17459"/>
                      <a:pt x="14694" y="12822"/>
                      <a:pt x="12697" y="10324"/>
                    </a:cubicBezTo>
                    <a:cubicBezTo>
                      <a:pt x="10701" y="7826"/>
                      <a:pt x="7770" y="6338"/>
                      <a:pt x="3907" y="5860"/>
                    </a:cubicBezTo>
                    <a:cubicBezTo>
                      <a:pt x="2258" y="5649"/>
                      <a:pt x="1433" y="5205"/>
                      <a:pt x="1433" y="4529"/>
                    </a:cubicBezTo>
                    <a:cubicBezTo>
                      <a:pt x="1433" y="3767"/>
                      <a:pt x="2041" y="3386"/>
                      <a:pt x="3256" y="3386"/>
                    </a:cubicBezTo>
                    <a:close/>
                    <a:moveTo>
                      <a:pt x="1251338" y="1433"/>
                    </a:moveTo>
                    <a:cubicBezTo>
                      <a:pt x="1252988" y="1433"/>
                      <a:pt x="1254463" y="2040"/>
                      <a:pt x="1255766" y="3256"/>
                    </a:cubicBezTo>
                    <a:cubicBezTo>
                      <a:pt x="1257068" y="4471"/>
                      <a:pt x="1257719" y="5795"/>
                      <a:pt x="1257719" y="7228"/>
                    </a:cubicBezTo>
                    <a:cubicBezTo>
                      <a:pt x="1257719" y="8921"/>
                      <a:pt x="1257187" y="10375"/>
                      <a:pt x="1256124" y="11590"/>
                    </a:cubicBezTo>
                    <a:cubicBezTo>
                      <a:pt x="1255060" y="12806"/>
                      <a:pt x="1253595" y="13413"/>
                      <a:pt x="1251729" y="13413"/>
                    </a:cubicBezTo>
                    <a:cubicBezTo>
                      <a:pt x="1250079" y="13413"/>
                      <a:pt x="1248603" y="12882"/>
                      <a:pt x="1247301" y="11818"/>
                    </a:cubicBezTo>
                    <a:cubicBezTo>
                      <a:pt x="1245999" y="10755"/>
                      <a:pt x="1245348" y="9311"/>
                      <a:pt x="1245348" y="7488"/>
                    </a:cubicBezTo>
                    <a:cubicBezTo>
                      <a:pt x="1245348" y="5708"/>
                      <a:pt x="1245901" y="4254"/>
                      <a:pt x="1247008" y="3126"/>
                    </a:cubicBezTo>
                    <a:cubicBezTo>
                      <a:pt x="1248115" y="1997"/>
                      <a:pt x="1249558" y="1433"/>
                      <a:pt x="1251338" y="1433"/>
                    </a:cubicBezTo>
                    <a:close/>
                    <a:moveTo>
                      <a:pt x="238349" y="521"/>
                    </a:moveTo>
                    <a:cubicBezTo>
                      <a:pt x="238479" y="2169"/>
                      <a:pt x="238544" y="3340"/>
                      <a:pt x="238544" y="4034"/>
                    </a:cubicBezTo>
                    <a:lnTo>
                      <a:pt x="238349" y="10994"/>
                    </a:lnTo>
                    <a:lnTo>
                      <a:pt x="238674" y="35973"/>
                    </a:lnTo>
                    <a:lnTo>
                      <a:pt x="238739" y="61797"/>
                    </a:lnTo>
                    <a:cubicBezTo>
                      <a:pt x="246054" y="56760"/>
                      <a:pt x="251485" y="52299"/>
                      <a:pt x="255034" y="48413"/>
                    </a:cubicBezTo>
                    <a:cubicBezTo>
                      <a:pt x="258582" y="44528"/>
                      <a:pt x="260357" y="41760"/>
                      <a:pt x="260357" y="40110"/>
                    </a:cubicBezTo>
                    <a:cubicBezTo>
                      <a:pt x="260357" y="38417"/>
                      <a:pt x="258765" y="37418"/>
                      <a:pt x="255581" y="37114"/>
                    </a:cubicBezTo>
                    <a:cubicBezTo>
                      <a:pt x="253903" y="36945"/>
                      <a:pt x="253064" y="36523"/>
                      <a:pt x="253064" y="35847"/>
                    </a:cubicBezTo>
                    <a:cubicBezTo>
                      <a:pt x="253064" y="35339"/>
                      <a:pt x="253291" y="35022"/>
                      <a:pt x="253746" y="34895"/>
                    </a:cubicBezTo>
                    <a:cubicBezTo>
                      <a:pt x="254200" y="34768"/>
                      <a:pt x="256116" y="34705"/>
                      <a:pt x="259493" y="34705"/>
                    </a:cubicBezTo>
                    <a:lnTo>
                      <a:pt x="269429" y="34770"/>
                    </a:lnTo>
                    <a:cubicBezTo>
                      <a:pt x="271507" y="34770"/>
                      <a:pt x="273390" y="34727"/>
                      <a:pt x="275079" y="34640"/>
                    </a:cubicBezTo>
                    <a:cubicBezTo>
                      <a:pt x="276811" y="34640"/>
                      <a:pt x="277676" y="35031"/>
                      <a:pt x="277676" y="35812"/>
                    </a:cubicBezTo>
                    <a:cubicBezTo>
                      <a:pt x="277676" y="36420"/>
                      <a:pt x="277178" y="36810"/>
                      <a:pt x="276181" y="36984"/>
                    </a:cubicBezTo>
                    <a:cubicBezTo>
                      <a:pt x="273146" y="37501"/>
                      <a:pt x="270556" y="38364"/>
                      <a:pt x="268411" y="39571"/>
                    </a:cubicBezTo>
                    <a:cubicBezTo>
                      <a:pt x="266265" y="40778"/>
                      <a:pt x="263588" y="43084"/>
                      <a:pt x="260381" y="46490"/>
                    </a:cubicBezTo>
                    <a:cubicBezTo>
                      <a:pt x="257390" y="49659"/>
                      <a:pt x="255461" y="51656"/>
                      <a:pt x="254594" y="52481"/>
                    </a:cubicBezTo>
                    <a:cubicBezTo>
                      <a:pt x="260831" y="55487"/>
                      <a:pt x="265551" y="63875"/>
                      <a:pt x="268756" y="77645"/>
                    </a:cubicBezTo>
                    <a:cubicBezTo>
                      <a:pt x="269537" y="81000"/>
                      <a:pt x="270666" y="83331"/>
                      <a:pt x="272142" y="84638"/>
                    </a:cubicBezTo>
                    <a:cubicBezTo>
                      <a:pt x="273618" y="85945"/>
                      <a:pt x="276353" y="86664"/>
                      <a:pt x="280346" y="86795"/>
                    </a:cubicBezTo>
                    <a:cubicBezTo>
                      <a:pt x="281648" y="86880"/>
                      <a:pt x="282299" y="87281"/>
                      <a:pt x="282299" y="87999"/>
                    </a:cubicBezTo>
                    <a:cubicBezTo>
                      <a:pt x="282299" y="88803"/>
                      <a:pt x="281214" y="89204"/>
                      <a:pt x="279044" y="89204"/>
                    </a:cubicBezTo>
                    <a:lnTo>
                      <a:pt x="263287" y="89204"/>
                    </a:lnTo>
                    <a:cubicBezTo>
                      <a:pt x="261681" y="87812"/>
                      <a:pt x="260628" y="86398"/>
                      <a:pt x="260129" y="84963"/>
                    </a:cubicBezTo>
                    <a:cubicBezTo>
                      <a:pt x="259630" y="83527"/>
                      <a:pt x="259163" y="81308"/>
                      <a:pt x="258729" y="78307"/>
                    </a:cubicBezTo>
                    <a:cubicBezTo>
                      <a:pt x="257214" y="67866"/>
                      <a:pt x="253057" y="61558"/>
                      <a:pt x="246260" y="59383"/>
                    </a:cubicBezTo>
                    <a:cubicBezTo>
                      <a:pt x="246042" y="59600"/>
                      <a:pt x="243535" y="61424"/>
                      <a:pt x="238739" y="64857"/>
                    </a:cubicBezTo>
                    <a:cubicBezTo>
                      <a:pt x="238696" y="66206"/>
                      <a:pt x="238674" y="67425"/>
                      <a:pt x="238674" y="68514"/>
                    </a:cubicBezTo>
                    <a:cubicBezTo>
                      <a:pt x="238674" y="76784"/>
                      <a:pt x="239188" y="81887"/>
                      <a:pt x="240216" y="83824"/>
                    </a:cubicBezTo>
                    <a:cubicBezTo>
                      <a:pt x="241243" y="85760"/>
                      <a:pt x="243025" y="86794"/>
                      <a:pt x="245561" y="86925"/>
                    </a:cubicBezTo>
                    <a:cubicBezTo>
                      <a:pt x="246917" y="86969"/>
                      <a:pt x="247595" y="87381"/>
                      <a:pt x="247595" y="88162"/>
                    </a:cubicBezTo>
                    <a:cubicBezTo>
                      <a:pt x="247595" y="88857"/>
                      <a:pt x="246202" y="89204"/>
                      <a:pt x="243417" y="89204"/>
                    </a:cubicBezTo>
                    <a:lnTo>
                      <a:pt x="224488" y="89204"/>
                    </a:lnTo>
                    <a:cubicBezTo>
                      <a:pt x="222182" y="89204"/>
                      <a:pt x="221029" y="88835"/>
                      <a:pt x="221029" y="88097"/>
                    </a:cubicBezTo>
                    <a:cubicBezTo>
                      <a:pt x="221029" y="87403"/>
                      <a:pt x="221550" y="86969"/>
                      <a:pt x="222591" y="86795"/>
                    </a:cubicBezTo>
                    <a:cubicBezTo>
                      <a:pt x="224805" y="86448"/>
                      <a:pt x="226205" y="86057"/>
                      <a:pt x="226791" y="85623"/>
                    </a:cubicBezTo>
                    <a:cubicBezTo>
                      <a:pt x="227377" y="85189"/>
                      <a:pt x="228007" y="84299"/>
                      <a:pt x="228679" y="82953"/>
                    </a:cubicBezTo>
                    <a:cubicBezTo>
                      <a:pt x="229352" y="81608"/>
                      <a:pt x="229689" y="79068"/>
                      <a:pt x="229689" y="75335"/>
                    </a:cubicBezTo>
                    <a:lnTo>
                      <a:pt x="229624" y="65243"/>
                    </a:lnTo>
                    <a:lnTo>
                      <a:pt x="228972" y="19339"/>
                    </a:lnTo>
                    <a:cubicBezTo>
                      <a:pt x="228972" y="14173"/>
                      <a:pt x="228459" y="10559"/>
                      <a:pt x="227432" y="8497"/>
                    </a:cubicBezTo>
                    <a:cubicBezTo>
                      <a:pt x="226404" y="6435"/>
                      <a:pt x="224361" y="5166"/>
                      <a:pt x="221300" y="4688"/>
                    </a:cubicBezTo>
                    <a:cubicBezTo>
                      <a:pt x="220208" y="4515"/>
                      <a:pt x="219661" y="4124"/>
                      <a:pt x="219661" y="3516"/>
                    </a:cubicBezTo>
                    <a:cubicBezTo>
                      <a:pt x="219661" y="2778"/>
                      <a:pt x="221463" y="2301"/>
                      <a:pt x="225066" y="2084"/>
                    </a:cubicBezTo>
                    <a:cubicBezTo>
                      <a:pt x="226715" y="1954"/>
                      <a:pt x="228473" y="1758"/>
                      <a:pt x="230340" y="1498"/>
                    </a:cubicBezTo>
                    <a:cubicBezTo>
                      <a:pt x="233943" y="933"/>
                      <a:pt x="236612" y="608"/>
                      <a:pt x="238349" y="521"/>
                    </a:cubicBezTo>
                    <a:close/>
                    <a:moveTo>
                      <a:pt x="1348858" y="65"/>
                    </a:moveTo>
                    <a:cubicBezTo>
                      <a:pt x="1348901" y="9355"/>
                      <a:pt x="1348923" y="21900"/>
                      <a:pt x="1348923" y="37700"/>
                    </a:cubicBezTo>
                    <a:lnTo>
                      <a:pt x="1348402" y="79047"/>
                    </a:lnTo>
                    <a:cubicBezTo>
                      <a:pt x="1348402" y="83604"/>
                      <a:pt x="1350507" y="86252"/>
                      <a:pt x="1354718" y="86990"/>
                    </a:cubicBezTo>
                    <a:cubicBezTo>
                      <a:pt x="1356107" y="87251"/>
                      <a:pt x="1356801" y="87706"/>
                      <a:pt x="1356801" y="88358"/>
                    </a:cubicBezTo>
                    <a:cubicBezTo>
                      <a:pt x="1356801" y="88878"/>
                      <a:pt x="1356552" y="89204"/>
                      <a:pt x="1356053" y="89334"/>
                    </a:cubicBezTo>
                    <a:cubicBezTo>
                      <a:pt x="1355553" y="89464"/>
                      <a:pt x="1352678" y="89530"/>
                      <a:pt x="1347425" y="89530"/>
                    </a:cubicBezTo>
                    <a:cubicBezTo>
                      <a:pt x="1344734" y="89486"/>
                      <a:pt x="1342064" y="89443"/>
                      <a:pt x="1339416" y="89399"/>
                    </a:cubicBezTo>
                    <a:cubicBezTo>
                      <a:pt x="1339286" y="86751"/>
                      <a:pt x="1339221" y="84842"/>
                      <a:pt x="1339221" y="83669"/>
                    </a:cubicBezTo>
                    <a:cubicBezTo>
                      <a:pt x="1339221" y="82194"/>
                      <a:pt x="1339286" y="80088"/>
                      <a:pt x="1339416" y="77354"/>
                    </a:cubicBezTo>
                    <a:cubicBezTo>
                      <a:pt x="1337072" y="81694"/>
                      <a:pt x="1334403" y="84950"/>
                      <a:pt x="1331408" y="87120"/>
                    </a:cubicBezTo>
                    <a:cubicBezTo>
                      <a:pt x="1328412" y="89291"/>
                      <a:pt x="1325092" y="90376"/>
                      <a:pt x="1321445" y="90376"/>
                    </a:cubicBezTo>
                    <a:cubicBezTo>
                      <a:pt x="1316280" y="90376"/>
                      <a:pt x="1311038" y="87945"/>
                      <a:pt x="1305721" y="83083"/>
                    </a:cubicBezTo>
                    <a:cubicBezTo>
                      <a:pt x="1300403" y="78222"/>
                      <a:pt x="1297745" y="71667"/>
                      <a:pt x="1297745" y="63420"/>
                    </a:cubicBezTo>
                    <a:cubicBezTo>
                      <a:pt x="1297745" y="55389"/>
                      <a:pt x="1300230" y="48422"/>
                      <a:pt x="1305200" y="42519"/>
                    </a:cubicBezTo>
                    <a:cubicBezTo>
                      <a:pt x="1310170" y="36615"/>
                      <a:pt x="1316280" y="33663"/>
                      <a:pt x="1323529" y="33663"/>
                    </a:cubicBezTo>
                    <a:cubicBezTo>
                      <a:pt x="1327175" y="33663"/>
                      <a:pt x="1330322" y="34434"/>
                      <a:pt x="1332970" y="35975"/>
                    </a:cubicBezTo>
                    <a:cubicBezTo>
                      <a:pt x="1335618" y="37516"/>
                      <a:pt x="1337767" y="39849"/>
                      <a:pt x="1339416" y="42974"/>
                    </a:cubicBezTo>
                    <a:cubicBezTo>
                      <a:pt x="1339677" y="37860"/>
                      <a:pt x="1339807" y="33050"/>
                      <a:pt x="1339807" y="28543"/>
                    </a:cubicBezTo>
                    <a:cubicBezTo>
                      <a:pt x="1339807" y="14718"/>
                      <a:pt x="1339460" y="7047"/>
                      <a:pt x="1338765" y="5530"/>
                    </a:cubicBezTo>
                    <a:cubicBezTo>
                      <a:pt x="1338071" y="4013"/>
                      <a:pt x="1336443" y="3103"/>
                      <a:pt x="1333882" y="2800"/>
                    </a:cubicBezTo>
                    <a:cubicBezTo>
                      <a:pt x="1332276" y="2577"/>
                      <a:pt x="1331473" y="2153"/>
                      <a:pt x="1331473" y="1528"/>
                    </a:cubicBezTo>
                    <a:cubicBezTo>
                      <a:pt x="1331473" y="770"/>
                      <a:pt x="1332493" y="391"/>
                      <a:pt x="1334533" y="391"/>
                    </a:cubicBezTo>
                    <a:close/>
                    <a:moveTo>
                      <a:pt x="558283" y="65"/>
                    </a:moveTo>
                    <a:cubicBezTo>
                      <a:pt x="558326" y="9355"/>
                      <a:pt x="558348" y="21900"/>
                      <a:pt x="558348" y="37700"/>
                    </a:cubicBezTo>
                    <a:lnTo>
                      <a:pt x="557827" y="79047"/>
                    </a:lnTo>
                    <a:cubicBezTo>
                      <a:pt x="557827" y="83604"/>
                      <a:pt x="559932" y="86252"/>
                      <a:pt x="564143" y="86990"/>
                    </a:cubicBezTo>
                    <a:cubicBezTo>
                      <a:pt x="565532" y="87251"/>
                      <a:pt x="566226" y="87706"/>
                      <a:pt x="566226" y="88358"/>
                    </a:cubicBezTo>
                    <a:cubicBezTo>
                      <a:pt x="566226" y="88878"/>
                      <a:pt x="565977" y="89204"/>
                      <a:pt x="565478" y="89334"/>
                    </a:cubicBezTo>
                    <a:cubicBezTo>
                      <a:pt x="564978" y="89464"/>
                      <a:pt x="562103" y="89530"/>
                      <a:pt x="556850" y="89530"/>
                    </a:cubicBezTo>
                    <a:cubicBezTo>
                      <a:pt x="554159" y="89486"/>
                      <a:pt x="551489" y="89443"/>
                      <a:pt x="548841" y="89399"/>
                    </a:cubicBezTo>
                    <a:cubicBezTo>
                      <a:pt x="548711" y="86751"/>
                      <a:pt x="548646" y="84842"/>
                      <a:pt x="548646" y="83669"/>
                    </a:cubicBezTo>
                    <a:cubicBezTo>
                      <a:pt x="548646" y="82194"/>
                      <a:pt x="548711" y="80088"/>
                      <a:pt x="548841" y="77354"/>
                    </a:cubicBezTo>
                    <a:cubicBezTo>
                      <a:pt x="546497" y="81694"/>
                      <a:pt x="543828" y="84950"/>
                      <a:pt x="540833" y="87120"/>
                    </a:cubicBezTo>
                    <a:cubicBezTo>
                      <a:pt x="537837" y="89291"/>
                      <a:pt x="534517" y="90376"/>
                      <a:pt x="530870" y="90376"/>
                    </a:cubicBezTo>
                    <a:cubicBezTo>
                      <a:pt x="525705" y="90376"/>
                      <a:pt x="520463" y="87945"/>
                      <a:pt x="515146" y="83083"/>
                    </a:cubicBezTo>
                    <a:cubicBezTo>
                      <a:pt x="509828" y="78222"/>
                      <a:pt x="507169" y="71667"/>
                      <a:pt x="507169" y="63420"/>
                    </a:cubicBezTo>
                    <a:cubicBezTo>
                      <a:pt x="507169" y="55389"/>
                      <a:pt x="509655" y="48422"/>
                      <a:pt x="514625" y="42519"/>
                    </a:cubicBezTo>
                    <a:cubicBezTo>
                      <a:pt x="519595" y="36615"/>
                      <a:pt x="525705" y="33663"/>
                      <a:pt x="532954" y="33663"/>
                    </a:cubicBezTo>
                    <a:cubicBezTo>
                      <a:pt x="536600" y="33663"/>
                      <a:pt x="539747" y="34434"/>
                      <a:pt x="542395" y="35975"/>
                    </a:cubicBezTo>
                    <a:cubicBezTo>
                      <a:pt x="545043" y="37516"/>
                      <a:pt x="547192" y="39849"/>
                      <a:pt x="548841" y="42974"/>
                    </a:cubicBezTo>
                    <a:cubicBezTo>
                      <a:pt x="549102" y="37860"/>
                      <a:pt x="549232" y="33050"/>
                      <a:pt x="549232" y="28543"/>
                    </a:cubicBezTo>
                    <a:cubicBezTo>
                      <a:pt x="549232" y="14718"/>
                      <a:pt x="548885" y="7047"/>
                      <a:pt x="548190" y="5530"/>
                    </a:cubicBezTo>
                    <a:cubicBezTo>
                      <a:pt x="547496" y="4013"/>
                      <a:pt x="545868" y="3103"/>
                      <a:pt x="543307" y="2800"/>
                    </a:cubicBezTo>
                    <a:cubicBezTo>
                      <a:pt x="541701" y="2577"/>
                      <a:pt x="540898" y="2153"/>
                      <a:pt x="540898" y="1528"/>
                    </a:cubicBezTo>
                    <a:cubicBezTo>
                      <a:pt x="540898" y="770"/>
                      <a:pt x="541918" y="391"/>
                      <a:pt x="543958" y="391"/>
                    </a:cubicBezTo>
                    <a:close/>
                    <a:moveTo>
                      <a:pt x="1200830" y="0"/>
                    </a:moveTo>
                    <a:lnTo>
                      <a:pt x="1201936" y="0"/>
                    </a:lnTo>
                    <a:cubicBezTo>
                      <a:pt x="1202067" y="5466"/>
                      <a:pt x="1202175" y="10931"/>
                      <a:pt x="1202262" y="16396"/>
                    </a:cubicBezTo>
                    <a:lnTo>
                      <a:pt x="1202132" y="56931"/>
                    </a:lnTo>
                    <a:lnTo>
                      <a:pt x="1202392" y="76580"/>
                    </a:lnTo>
                    <a:cubicBezTo>
                      <a:pt x="1202392" y="80311"/>
                      <a:pt x="1202924" y="83000"/>
                      <a:pt x="1203987" y="84648"/>
                    </a:cubicBezTo>
                    <a:cubicBezTo>
                      <a:pt x="1205051" y="86296"/>
                      <a:pt x="1207341" y="87272"/>
                      <a:pt x="1210857" y="87576"/>
                    </a:cubicBezTo>
                    <a:cubicBezTo>
                      <a:pt x="1212246" y="87706"/>
                      <a:pt x="1212940" y="88119"/>
                      <a:pt x="1212940" y="88813"/>
                    </a:cubicBezTo>
                    <a:cubicBezTo>
                      <a:pt x="1212940" y="89551"/>
                      <a:pt x="1212376" y="89920"/>
                      <a:pt x="1211248" y="89920"/>
                    </a:cubicBezTo>
                    <a:cubicBezTo>
                      <a:pt x="1210944" y="89920"/>
                      <a:pt x="1210575" y="89899"/>
                      <a:pt x="1210141" y="89855"/>
                    </a:cubicBezTo>
                    <a:cubicBezTo>
                      <a:pt x="1205670" y="89421"/>
                      <a:pt x="1200330" y="89204"/>
                      <a:pt x="1194123" y="89204"/>
                    </a:cubicBezTo>
                    <a:cubicBezTo>
                      <a:pt x="1190346" y="89204"/>
                      <a:pt x="1187308" y="89397"/>
                      <a:pt x="1185007" y="89783"/>
                    </a:cubicBezTo>
                    <a:cubicBezTo>
                      <a:pt x="1184530" y="89831"/>
                      <a:pt x="1184096" y="89855"/>
                      <a:pt x="1183705" y="89855"/>
                    </a:cubicBezTo>
                    <a:cubicBezTo>
                      <a:pt x="1182403" y="89855"/>
                      <a:pt x="1181752" y="89454"/>
                      <a:pt x="1181752" y="88651"/>
                    </a:cubicBezTo>
                    <a:cubicBezTo>
                      <a:pt x="1181752" y="87892"/>
                      <a:pt x="1182338" y="87491"/>
                      <a:pt x="1183510" y="87446"/>
                    </a:cubicBezTo>
                    <a:cubicBezTo>
                      <a:pt x="1187460" y="87403"/>
                      <a:pt x="1190053" y="86263"/>
                      <a:pt x="1191291" y="84028"/>
                    </a:cubicBezTo>
                    <a:cubicBezTo>
                      <a:pt x="1192528" y="81792"/>
                      <a:pt x="1193146" y="78048"/>
                      <a:pt x="1193146" y="72796"/>
                    </a:cubicBezTo>
                    <a:lnTo>
                      <a:pt x="1192951" y="35682"/>
                    </a:lnTo>
                    <a:cubicBezTo>
                      <a:pt x="1192907" y="23744"/>
                      <a:pt x="1192745" y="16615"/>
                      <a:pt x="1192463" y="14292"/>
                    </a:cubicBezTo>
                    <a:cubicBezTo>
                      <a:pt x="1192180" y="11970"/>
                      <a:pt x="1191280" y="10027"/>
                      <a:pt x="1189760" y="8465"/>
                    </a:cubicBezTo>
                    <a:cubicBezTo>
                      <a:pt x="1188241" y="6902"/>
                      <a:pt x="1186114" y="5904"/>
                      <a:pt x="1183379" y="5470"/>
                    </a:cubicBezTo>
                    <a:cubicBezTo>
                      <a:pt x="1181687" y="5209"/>
                      <a:pt x="1180840" y="4753"/>
                      <a:pt x="1180840" y="4102"/>
                    </a:cubicBezTo>
                    <a:cubicBezTo>
                      <a:pt x="1180840" y="3364"/>
                      <a:pt x="1181534" y="2952"/>
                      <a:pt x="1182924" y="2865"/>
                    </a:cubicBezTo>
                    <a:cubicBezTo>
                      <a:pt x="1190867" y="2344"/>
                      <a:pt x="1196836" y="1389"/>
                      <a:pt x="12008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dist"/>
                <a:endParaRPr lang="en-US" sz="1050" spc="-300" dirty="0">
                  <a:latin typeface="Bodoni MT" panose="02070603080606020203" pitchFamily="18" charset="0"/>
                  <a:cs typeface="Dubai Light" panose="020B0303030403030204" pitchFamily="34" charset="-78"/>
                </a:endParaRPr>
              </a:p>
            </p:txBody>
          </p:sp>
        </p:grpSp>
      </p:grpSp>
      <p:sp>
        <p:nvSpPr>
          <p:cNvPr id="54" name="椭圆 53"/>
          <p:cNvSpPr/>
          <p:nvPr/>
        </p:nvSpPr>
        <p:spPr>
          <a:xfrm>
            <a:off x="6976971" y="1381760"/>
            <a:ext cx="772112" cy="772112"/>
          </a:xfrm>
          <a:custGeom>
            <a:avLst/>
            <a:gdLst>
              <a:gd name="connsiteX0" fmla="*/ 0 w 1544224"/>
              <a:gd name="connsiteY0" fmla="*/ 772112 h 1544224"/>
              <a:gd name="connsiteX1" fmla="*/ 772112 w 1544224"/>
              <a:gd name="connsiteY1" fmla="*/ 0 h 1544224"/>
              <a:gd name="connsiteX2" fmla="*/ 1544224 w 1544224"/>
              <a:gd name="connsiteY2" fmla="*/ 772112 h 1544224"/>
              <a:gd name="connsiteX3" fmla="*/ 772112 w 1544224"/>
              <a:gd name="connsiteY3" fmla="*/ 1544224 h 1544224"/>
              <a:gd name="connsiteX4" fmla="*/ 0 w 1544224"/>
              <a:gd name="connsiteY4" fmla="*/ 772112 h 1544224"/>
              <a:gd name="connsiteX0-1" fmla="*/ 0 w 1544224"/>
              <a:gd name="connsiteY0-2" fmla="*/ 772112 h 1544224"/>
              <a:gd name="connsiteX1-3" fmla="*/ 772112 w 1544224"/>
              <a:gd name="connsiteY1-4" fmla="*/ 0 h 1544224"/>
              <a:gd name="connsiteX2-5" fmla="*/ 1544224 w 1544224"/>
              <a:gd name="connsiteY2-6" fmla="*/ 772112 h 1544224"/>
              <a:gd name="connsiteX3-7" fmla="*/ 772112 w 1544224"/>
              <a:gd name="connsiteY3-8" fmla="*/ 1544224 h 1544224"/>
              <a:gd name="connsiteX4-9" fmla="*/ 91440 w 1544224"/>
              <a:gd name="connsiteY4-10" fmla="*/ 863552 h 1544224"/>
              <a:gd name="connsiteX0-11" fmla="*/ 0 w 1544224"/>
              <a:gd name="connsiteY0-12" fmla="*/ 772112 h 1544224"/>
              <a:gd name="connsiteX1-13" fmla="*/ 772112 w 1544224"/>
              <a:gd name="connsiteY1-14" fmla="*/ 0 h 1544224"/>
              <a:gd name="connsiteX2-15" fmla="*/ 1544224 w 1544224"/>
              <a:gd name="connsiteY2-16" fmla="*/ 772112 h 1544224"/>
              <a:gd name="connsiteX3-17" fmla="*/ 772112 w 1544224"/>
              <a:gd name="connsiteY3-18" fmla="*/ 1544224 h 1544224"/>
              <a:gd name="connsiteX0-19" fmla="*/ 0 w 772112"/>
              <a:gd name="connsiteY0-20" fmla="*/ 0 h 1544224"/>
              <a:gd name="connsiteX1-21" fmla="*/ 772112 w 772112"/>
              <a:gd name="connsiteY1-22" fmla="*/ 772112 h 1544224"/>
              <a:gd name="connsiteX2-23" fmla="*/ 0 w 772112"/>
              <a:gd name="connsiteY2-24" fmla="*/ 1544224 h 1544224"/>
              <a:gd name="connsiteX0-25" fmla="*/ 0 w 772112"/>
              <a:gd name="connsiteY0-26" fmla="*/ 0 h 772112"/>
              <a:gd name="connsiteX1-27" fmla="*/ 772112 w 772112"/>
              <a:gd name="connsiteY1-28" fmla="*/ 772112 h 7721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72112" h="772112">
                <a:moveTo>
                  <a:pt x="0" y="0"/>
                </a:moveTo>
                <a:cubicBezTo>
                  <a:pt x="426426" y="0"/>
                  <a:pt x="772112" y="345686"/>
                  <a:pt x="772112" y="772112"/>
                </a:cubicBezTo>
              </a:path>
            </a:pathLst>
          </a:custGeom>
          <a:noFill/>
          <a:ln w="19050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椭圆 53"/>
          <p:cNvSpPr/>
          <p:nvPr/>
        </p:nvSpPr>
        <p:spPr>
          <a:xfrm flipH="1">
            <a:off x="4406491" y="1381760"/>
            <a:ext cx="772112" cy="772112"/>
          </a:xfrm>
          <a:custGeom>
            <a:avLst/>
            <a:gdLst>
              <a:gd name="connsiteX0" fmla="*/ 0 w 1544224"/>
              <a:gd name="connsiteY0" fmla="*/ 772112 h 1544224"/>
              <a:gd name="connsiteX1" fmla="*/ 772112 w 1544224"/>
              <a:gd name="connsiteY1" fmla="*/ 0 h 1544224"/>
              <a:gd name="connsiteX2" fmla="*/ 1544224 w 1544224"/>
              <a:gd name="connsiteY2" fmla="*/ 772112 h 1544224"/>
              <a:gd name="connsiteX3" fmla="*/ 772112 w 1544224"/>
              <a:gd name="connsiteY3" fmla="*/ 1544224 h 1544224"/>
              <a:gd name="connsiteX4" fmla="*/ 0 w 1544224"/>
              <a:gd name="connsiteY4" fmla="*/ 772112 h 1544224"/>
              <a:gd name="connsiteX0-1" fmla="*/ 0 w 1544224"/>
              <a:gd name="connsiteY0-2" fmla="*/ 772112 h 1544224"/>
              <a:gd name="connsiteX1-3" fmla="*/ 772112 w 1544224"/>
              <a:gd name="connsiteY1-4" fmla="*/ 0 h 1544224"/>
              <a:gd name="connsiteX2-5" fmla="*/ 1544224 w 1544224"/>
              <a:gd name="connsiteY2-6" fmla="*/ 772112 h 1544224"/>
              <a:gd name="connsiteX3-7" fmla="*/ 772112 w 1544224"/>
              <a:gd name="connsiteY3-8" fmla="*/ 1544224 h 1544224"/>
              <a:gd name="connsiteX4-9" fmla="*/ 91440 w 1544224"/>
              <a:gd name="connsiteY4-10" fmla="*/ 863552 h 1544224"/>
              <a:gd name="connsiteX0-11" fmla="*/ 0 w 1544224"/>
              <a:gd name="connsiteY0-12" fmla="*/ 772112 h 1544224"/>
              <a:gd name="connsiteX1-13" fmla="*/ 772112 w 1544224"/>
              <a:gd name="connsiteY1-14" fmla="*/ 0 h 1544224"/>
              <a:gd name="connsiteX2-15" fmla="*/ 1544224 w 1544224"/>
              <a:gd name="connsiteY2-16" fmla="*/ 772112 h 1544224"/>
              <a:gd name="connsiteX3-17" fmla="*/ 772112 w 1544224"/>
              <a:gd name="connsiteY3-18" fmla="*/ 1544224 h 1544224"/>
              <a:gd name="connsiteX0-19" fmla="*/ 0 w 772112"/>
              <a:gd name="connsiteY0-20" fmla="*/ 0 h 1544224"/>
              <a:gd name="connsiteX1-21" fmla="*/ 772112 w 772112"/>
              <a:gd name="connsiteY1-22" fmla="*/ 772112 h 1544224"/>
              <a:gd name="connsiteX2-23" fmla="*/ 0 w 772112"/>
              <a:gd name="connsiteY2-24" fmla="*/ 1544224 h 1544224"/>
              <a:gd name="connsiteX0-25" fmla="*/ 0 w 772112"/>
              <a:gd name="connsiteY0-26" fmla="*/ 0 h 772112"/>
              <a:gd name="connsiteX1-27" fmla="*/ 772112 w 772112"/>
              <a:gd name="connsiteY1-28" fmla="*/ 772112 h 7721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72112" h="772112">
                <a:moveTo>
                  <a:pt x="0" y="0"/>
                </a:moveTo>
                <a:cubicBezTo>
                  <a:pt x="426426" y="0"/>
                  <a:pt x="772112" y="345686"/>
                  <a:pt x="772112" y="772112"/>
                </a:cubicBezTo>
              </a:path>
            </a:pathLst>
          </a:custGeom>
          <a:noFill/>
          <a:ln w="19050">
            <a:solidFill>
              <a:schemeClr val="tx1">
                <a:lumMod val="65000"/>
                <a:lumOff val="35000"/>
              </a:schemeClr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3"/>
          <p:cNvSpPr/>
          <p:nvPr/>
        </p:nvSpPr>
        <p:spPr>
          <a:xfrm flipV="1">
            <a:off x="6976971" y="5201920"/>
            <a:ext cx="772112" cy="772112"/>
          </a:xfrm>
          <a:custGeom>
            <a:avLst/>
            <a:gdLst>
              <a:gd name="connsiteX0" fmla="*/ 0 w 1544224"/>
              <a:gd name="connsiteY0" fmla="*/ 772112 h 1544224"/>
              <a:gd name="connsiteX1" fmla="*/ 772112 w 1544224"/>
              <a:gd name="connsiteY1" fmla="*/ 0 h 1544224"/>
              <a:gd name="connsiteX2" fmla="*/ 1544224 w 1544224"/>
              <a:gd name="connsiteY2" fmla="*/ 772112 h 1544224"/>
              <a:gd name="connsiteX3" fmla="*/ 772112 w 1544224"/>
              <a:gd name="connsiteY3" fmla="*/ 1544224 h 1544224"/>
              <a:gd name="connsiteX4" fmla="*/ 0 w 1544224"/>
              <a:gd name="connsiteY4" fmla="*/ 772112 h 1544224"/>
              <a:gd name="connsiteX0-1" fmla="*/ 0 w 1544224"/>
              <a:gd name="connsiteY0-2" fmla="*/ 772112 h 1544224"/>
              <a:gd name="connsiteX1-3" fmla="*/ 772112 w 1544224"/>
              <a:gd name="connsiteY1-4" fmla="*/ 0 h 1544224"/>
              <a:gd name="connsiteX2-5" fmla="*/ 1544224 w 1544224"/>
              <a:gd name="connsiteY2-6" fmla="*/ 772112 h 1544224"/>
              <a:gd name="connsiteX3-7" fmla="*/ 772112 w 1544224"/>
              <a:gd name="connsiteY3-8" fmla="*/ 1544224 h 1544224"/>
              <a:gd name="connsiteX4-9" fmla="*/ 91440 w 1544224"/>
              <a:gd name="connsiteY4-10" fmla="*/ 863552 h 1544224"/>
              <a:gd name="connsiteX0-11" fmla="*/ 0 w 1544224"/>
              <a:gd name="connsiteY0-12" fmla="*/ 772112 h 1544224"/>
              <a:gd name="connsiteX1-13" fmla="*/ 772112 w 1544224"/>
              <a:gd name="connsiteY1-14" fmla="*/ 0 h 1544224"/>
              <a:gd name="connsiteX2-15" fmla="*/ 1544224 w 1544224"/>
              <a:gd name="connsiteY2-16" fmla="*/ 772112 h 1544224"/>
              <a:gd name="connsiteX3-17" fmla="*/ 772112 w 1544224"/>
              <a:gd name="connsiteY3-18" fmla="*/ 1544224 h 1544224"/>
              <a:gd name="connsiteX0-19" fmla="*/ 0 w 772112"/>
              <a:gd name="connsiteY0-20" fmla="*/ 0 h 1544224"/>
              <a:gd name="connsiteX1-21" fmla="*/ 772112 w 772112"/>
              <a:gd name="connsiteY1-22" fmla="*/ 772112 h 1544224"/>
              <a:gd name="connsiteX2-23" fmla="*/ 0 w 772112"/>
              <a:gd name="connsiteY2-24" fmla="*/ 1544224 h 1544224"/>
              <a:gd name="connsiteX0-25" fmla="*/ 0 w 772112"/>
              <a:gd name="connsiteY0-26" fmla="*/ 0 h 772112"/>
              <a:gd name="connsiteX1-27" fmla="*/ 772112 w 772112"/>
              <a:gd name="connsiteY1-28" fmla="*/ 772112 h 7721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72112" h="772112">
                <a:moveTo>
                  <a:pt x="0" y="0"/>
                </a:moveTo>
                <a:cubicBezTo>
                  <a:pt x="426426" y="0"/>
                  <a:pt x="772112" y="345686"/>
                  <a:pt x="772112" y="772112"/>
                </a:cubicBezTo>
              </a:path>
            </a:pathLst>
          </a:custGeom>
          <a:noFill/>
          <a:ln w="19050">
            <a:solidFill>
              <a:schemeClr val="tx1">
                <a:lumMod val="65000"/>
                <a:lumOff val="35000"/>
              </a:schemeClr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3"/>
          <p:cNvSpPr/>
          <p:nvPr/>
        </p:nvSpPr>
        <p:spPr>
          <a:xfrm flipH="1" flipV="1">
            <a:off x="4406491" y="5201920"/>
            <a:ext cx="772112" cy="772112"/>
          </a:xfrm>
          <a:custGeom>
            <a:avLst/>
            <a:gdLst>
              <a:gd name="connsiteX0" fmla="*/ 0 w 1544224"/>
              <a:gd name="connsiteY0" fmla="*/ 772112 h 1544224"/>
              <a:gd name="connsiteX1" fmla="*/ 772112 w 1544224"/>
              <a:gd name="connsiteY1" fmla="*/ 0 h 1544224"/>
              <a:gd name="connsiteX2" fmla="*/ 1544224 w 1544224"/>
              <a:gd name="connsiteY2" fmla="*/ 772112 h 1544224"/>
              <a:gd name="connsiteX3" fmla="*/ 772112 w 1544224"/>
              <a:gd name="connsiteY3" fmla="*/ 1544224 h 1544224"/>
              <a:gd name="connsiteX4" fmla="*/ 0 w 1544224"/>
              <a:gd name="connsiteY4" fmla="*/ 772112 h 1544224"/>
              <a:gd name="connsiteX0-1" fmla="*/ 0 w 1544224"/>
              <a:gd name="connsiteY0-2" fmla="*/ 772112 h 1544224"/>
              <a:gd name="connsiteX1-3" fmla="*/ 772112 w 1544224"/>
              <a:gd name="connsiteY1-4" fmla="*/ 0 h 1544224"/>
              <a:gd name="connsiteX2-5" fmla="*/ 1544224 w 1544224"/>
              <a:gd name="connsiteY2-6" fmla="*/ 772112 h 1544224"/>
              <a:gd name="connsiteX3-7" fmla="*/ 772112 w 1544224"/>
              <a:gd name="connsiteY3-8" fmla="*/ 1544224 h 1544224"/>
              <a:gd name="connsiteX4-9" fmla="*/ 91440 w 1544224"/>
              <a:gd name="connsiteY4-10" fmla="*/ 863552 h 1544224"/>
              <a:gd name="connsiteX0-11" fmla="*/ 0 w 1544224"/>
              <a:gd name="connsiteY0-12" fmla="*/ 772112 h 1544224"/>
              <a:gd name="connsiteX1-13" fmla="*/ 772112 w 1544224"/>
              <a:gd name="connsiteY1-14" fmla="*/ 0 h 1544224"/>
              <a:gd name="connsiteX2-15" fmla="*/ 1544224 w 1544224"/>
              <a:gd name="connsiteY2-16" fmla="*/ 772112 h 1544224"/>
              <a:gd name="connsiteX3-17" fmla="*/ 772112 w 1544224"/>
              <a:gd name="connsiteY3-18" fmla="*/ 1544224 h 1544224"/>
              <a:gd name="connsiteX0-19" fmla="*/ 0 w 772112"/>
              <a:gd name="connsiteY0-20" fmla="*/ 0 h 1544224"/>
              <a:gd name="connsiteX1-21" fmla="*/ 772112 w 772112"/>
              <a:gd name="connsiteY1-22" fmla="*/ 772112 h 1544224"/>
              <a:gd name="connsiteX2-23" fmla="*/ 0 w 772112"/>
              <a:gd name="connsiteY2-24" fmla="*/ 1544224 h 1544224"/>
              <a:gd name="connsiteX0-25" fmla="*/ 0 w 772112"/>
              <a:gd name="connsiteY0-26" fmla="*/ 0 h 772112"/>
              <a:gd name="connsiteX1-27" fmla="*/ 772112 w 772112"/>
              <a:gd name="connsiteY1-28" fmla="*/ 772112 h 7721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72112" h="772112">
                <a:moveTo>
                  <a:pt x="0" y="0"/>
                </a:moveTo>
                <a:cubicBezTo>
                  <a:pt x="426426" y="0"/>
                  <a:pt x="772112" y="345686"/>
                  <a:pt x="772112" y="772112"/>
                </a:cubicBezTo>
              </a:path>
            </a:pathLst>
          </a:custGeom>
          <a:noFill/>
          <a:ln w="19050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3"/>
          <p:cNvSpPr/>
          <p:nvPr/>
        </p:nvSpPr>
        <p:spPr>
          <a:xfrm rot="18900000" flipH="1">
            <a:off x="3400651" y="3291840"/>
            <a:ext cx="772112" cy="772112"/>
          </a:xfrm>
          <a:custGeom>
            <a:avLst/>
            <a:gdLst>
              <a:gd name="connsiteX0" fmla="*/ 0 w 1544224"/>
              <a:gd name="connsiteY0" fmla="*/ 772112 h 1544224"/>
              <a:gd name="connsiteX1" fmla="*/ 772112 w 1544224"/>
              <a:gd name="connsiteY1" fmla="*/ 0 h 1544224"/>
              <a:gd name="connsiteX2" fmla="*/ 1544224 w 1544224"/>
              <a:gd name="connsiteY2" fmla="*/ 772112 h 1544224"/>
              <a:gd name="connsiteX3" fmla="*/ 772112 w 1544224"/>
              <a:gd name="connsiteY3" fmla="*/ 1544224 h 1544224"/>
              <a:gd name="connsiteX4" fmla="*/ 0 w 1544224"/>
              <a:gd name="connsiteY4" fmla="*/ 772112 h 1544224"/>
              <a:gd name="connsiteX0-1" fmla="*/ 0 w 1544224"/>
              <a:gd name="connsiteY0-2" fmla="*/ 772112 h 1544224"/>
              <a:gd name="connsiteX1-3" fmla="*/ 772112 w 1544224"/>
              <a:gd name="connsiteY1-4" fmla="*/ 0 h 1544224"/>
              <a:gd name="connsiteX2-5" fmla="*/ 1544224 w 1544224"/>
              <a:gd name="connsiteY2-6" fmla="*/ 772112 h 1544224"/>
              <a:gd name="connsiteX3-7" fmla="*/ 772112 w 1544224"/>
              <a:gd name="connsiteY3-8" fmla="*/ 1544224 h 1544224"/>
              <a:gd name="connsiteX4-9" fmla="*/ 91440 w 1544224"/>
              <a:gd name="connsiteY4-10" fmla="*/ 863552 h 1544224"/>
              <a:gd name="connsiteX0-11" fmla="*/ 0 w 1544224"/>
              <a:gd name="connsiteY0-12" fmla="*/ 772112 h 1544224"/>
              <a:gd name="connsiteX1-13" fmla="*/ 772112 w 1544224"/>
              <a:gd name="connsiteY1-14" fmla="*/ 0 h 1544224"/>
              <a:gd name="connsiteX2-15" fmla="*/ 1544224 w 1544224"/>
              <a:gd name="connsiteY2-16" fmla="*/ 772112 h 1544224"/>
              <a:gd name="connsiteX3-17" fmla="*/ 772112 w 1544224"/>
              <a:gd name="connsiteY3-18" fmla="*/ 1544224 h 1544224"/>
              <a:gd name="connsiteX0-19" fmla="*/ 0 w 772112"/>
              <a:gd name="connsiteY0-20" fmla="*/ 0 h 1544224"/>
              <a:gd name="connsiteX1-21" fmla="*/ 772112 w 772112"/>
              <a:gd name="connsiteY1-22" fmla="*/ 772112 h 1544224"/>
              <a:gd name="connsiteX2-23" fmla="*/ 0 w 772112"/>
              <a:gd name="connsiteY2-24" fmla="*/ 1544224 h 1544224"/>
              <a:gd name="connsiteX0-25" fmla="*/ 0 w 772112"/>
              <a:gd name="connsiteY0-26" fmla="*/ 0 h 772112"/>
              <a:gd name="connsiteX1-27" fmla="*/ 772112 w 772112"/>
              <a:gd name="connsiteY1-28" fmla="*/ 772112 h 7721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72112" h="772112">
                <a:moveTo>
                  <a:pt x="0" y="0"/>
                </a:moveTo>
                <a:cubicBezTo>
                  <a:pt x="426426" y="0"/>
                  <a:pt x="772112" y="345686"/>
                  <a:pt x="772112" y="772112"/>
                </a:cubicBezTo>
              </a:path>
            </a:pathLst>
          </a:custGeom>
          <a:noFill/>
          <a:ln w="19050">
            <a:solidFill>
              <a:schemeClr val="bg1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椭圆 53"/>
          <p:cNvSpPr/>
          <p:nvPr/>
        </p:nvSpPr>
        <p:spPr>
          <a:xfrm rot="2700000">
            <a:off x="8013291" y="3291838"/>
            <a:ext cx="772112" cy="772112"/>
          </a:xfrm>
          <a:custGeom>
            <a:avLst/>
            <a:gdLst>
              <a:gd name="connsiteX0" fmla="*/ 0 w 1544224"/>
              <a:gd name="connsiteY0" fmla="*/ 772112 h 1544224"/>
              <a:gd name="connsiteX1" fmla="*/ 772112 w 1544224"/>
              <a:gd name="connsiteY1" fmla="*/ 0 h 1544224"/>
              <a:gd name="connsiteX2" fmla="*/ 1544224 w 1544224"/>
              <a:gd name="connsiteY2" fmla="*/ 772112 h 1544224"/>
              <a:gd name="connsiteX3" fmla="*/ 772112 w 1544224"/>
              <a:gd name="connsiteY3" fmla="*/ 1544224 h 1544224"/>
              <a:gd name="connsiteX4" fmla="*/ 0 w 1544224"/>
              <a:gd name="connsiteY4" fmla="*/ 772112 h 1544224"/>
              <a:gd name="connsiteX0-1" fmla="*/ 0 w 1544224"/>
              <a:gd name="connsiteY0-2" fmla="*/ 772112 h 1544224"/>
              <a:gd name="connsiteX1-3" fmla="*/ 772112 w 1544224"/>
              <a:gd name="connsiteY1-4" fmla="*/ 0 h 1544224"/>
              <a:gd name="connsiteX2-5" fmla="*/ 1544224 w 1544224"/>
              <a:gd name="connsiteY2-6" fmla="*/ 772112 h 1544224"/>
              <a:gd name="connsiteX3-7" fmla="*/ 772112 w 1544224"/>
              <a:gd name="connsiteY3-8" fmla="*/ 1544224 h 1544224"/>
              <a:gd name="connsiteX4-9" fmla="*/ 91440 w 1544224"/>
              <a:gd name="connsiteY4-10" fmla="*/ 863552 h 1544224"/>
              <a:gd name="connsiteX0-11" fmla="*/ 0 w 1544224"/>
              <a:gd name="connsiteY0-12" fmla="*/ 772112 h 1544224"/>
              <a:gd name="connsiteX1-13" fmla="*/ 772112 w 1544224"/>
              <a:gd name="connsiteY1-14" fmla="*/ 0 h 1544224"/>
              <a:gd name="connsiteX2-15" fmla="*/ 1544224 w 1544224"/>
              <a:gd name="connsiteY2-16" fmla="*/ 772112 h 1544224"/>
              <a:gd name="connsiteX3-17" fmla="*/ 772112 w 1544224"/>
              <a:gd name="connsiteY3-18" fmla="*/ 1544224 h 1544224"/>
              <a:gd name="connsiteX0-19" fmla="*/ 0 w 772112"/>
              <a:gd name="connsiteY0-20" fmla="*/ 0 h 1544224"/>
              <a:gd name="connsiteX1-21" fmla="*/ 772112 w 772112"/>
              <a:gd name="connsiteY1-22" fmla="*/ 772112 h 1544224"/>
              <a:gd name="connsiteX2-23" fmla="*/ 0 w 772112"/>
              <a:gd name="connsiteY2-24" fmla="*/ 1544224 h 1544224"/>
              <a:gd name="connsiteX0-25" fmla="*/ 0 w 772112"/>
              <a:gd name="connsiteY0-26" fmla="*/ 0 h 772112"/>
              <a:gd name="connsiteX1-27" fmla="*/ 772112 w 772112"/>
              <a:gd name="connsiteY1-28" fmla="*/ 772112 h 7721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72112" h="772112">
                <a:moveTo>
                  <a:pt x="0" y="0"/>
                </a:moveTo>
                <a:cubicBezTo>
                  <a:pt x="426426" y="0"/>
                  <a:pt x="772112" y="345686"/>
                  <a:pt x="772112" y="772112"/>
                </a:cubicBezTo>
              </a:path>
            </a:pathLst>
          </a:custGeom>
          <a:noFill/>
          <a:ln w="19050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椭圆 59"/>
          <p:cNvSpPr/>
          <p:nvPr/>
        </p:nvSpPr>
        <p:spPr>
          <a:xfrm>
            <a:off x="3586480" y="6060440"/>
            <a:ext cx="5019040" cy="52832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75000"/>
                  <a:alpha val="39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JhYzAxODk1NzdiYTY1ZjE3MTQ4ZjE4MTk5OTRmYzMifQ=="/>
</p:tagLst>
</file>

<file path=ppt/theme/theme1.xml><?xml version="1.0" encoding="utf-8"?>
<a:theme xmlns:a="http://schemas.openxmlformats.org/drawingml/2006/main" name="1_Office 主题​​">
  <a:themeElements>
    <a:clrScheme name="时尚蓝黄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FF"/>
      </a:accent1>
      <a:accent2>
        <a:srgbClr val="FEB32C"/>
      </a:accent2>
      <a:accent3>
        <a:srgbClr val="FFC000"/>
      </a:accent3>
      <a:accent4>
        <a:srgbClr val="113975"/>
      </a:accent4>
      <a:accent5>
        <a:srgbClr val="080A2B"/>
      </a:accent5>
      <a:accent6>
        <a:srgbClr val="0BA59C"/>
      </a:accent6>
      <a:hlink>
        <a:srgbClr val="0563C1"/>
      </a:hlink>
      <a:folHlink>
        <a:srgbClr val="954F72"/>
      </a:folHlink>
    </a:clrScheme>
    <a:fontScheme name="ogisx1pb">
      <a:majorFont>
        <a:latin typeface="Arial"/>
        <a:ea typeface="阿里巴巴普惠体 M"/>
        <a:cs typeface=""/>
      </a:majorFont>
      <a:minorFont>
        <a:latin typeface="Arial"/>
        <a:ea typeface="阿里巴巴普惠体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阿里巴巴普惠体 B</vt:lpstr>
      <vt:lpstr>等线</vt:lpstr>
      <vt:lpstr>Arial</vt:lpstr>
      <vt:lpstr>Bodoni MT</vt:lpstr>
      <vt:lpstr>1_Office 主题​​</vt:lpstr>
      <vt:lpstr>幻灯片内页版式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26553BA434F94A0387F0181433CD467D</vt:lpwstr>
  </property>
  <property fmtid="{D5CDD505-2E9C-101B-9397-08002B2CF9AE}" pid="3" name="KSOProductBuildVer">
    <vt:lpwstr>2052-11.1.0.11830</vt:lpwstr>
  </property>
</Properties>
</file>