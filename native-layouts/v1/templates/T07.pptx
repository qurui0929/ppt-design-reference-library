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9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等腰三角形 57"/>
          <p:cNvSpPr/>
          <p:nvPr/>
        </p:nvSpPr>
        <p:spPr>
          <a:xfrm>
            <a:off x="3429000" y="2321170"/>
            <a:ext cx="5334000" cy="1195754"/>
          </a:xfrm>
          <a:prstGeom prst="triangle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5654040" y="2895600"/>
            <a:ext cx="883920" cy="1569720"/>
            <a:chOff x="5654040" y="2087880"/>
            <a:chExt cx="883920" cy="1569720"/>
          </a:xfrm>
        </p:grpSpPr>
        <p:sp>
          <p:nvSpPr>
            <p:cNvPr id="39" name="上箭头 38"/>
            <p:cNvSpPr/>
            <p:nvPr/>
          </p:nvSpPr>
          <p:spPr>
            <a:xfrm>
              <a:off x="5654040" y="2087880"/>
              <a:ext cx="883920" cy="1569720"/>
            </a:xfrm>
            <a:prstGeom prst="upArrow">
              <a:avLst>
                <a:gd name="adj1" fmla="val 50000"/>
                <a:gd name="adj2" fmla="val 46451"/>
              </a:avLst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5943600" y="2240280"/>
              <a:ext cx="304800" cy="1524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幻灯片版式库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536363" y="6356350"/>
            <a:ext cx="655637" cy="365125"/>
          </a:xfrm>
        </p:spPr>
        <p:txBody>
          <a:bodyPr/>
          <a:lstStyle/>
          <a:p>
            <a:fld id="{7CD79A82-DA6F-4DEA-814A-FD7C6FF9CD07}" type="slidenum">
              <a:rPr lang="en-US" smtClean="0"/>
              <a:t>1</a:t>
            </a:fld>
            <a:endParaRPr lang="en-US"/>
          </a:p>
        </p:txBody>
      </p:sp>
      <p:sp>
        <p:nvSpPr>
          <p:cNvPr id="5" name="梯形 4"/>
          <p:cNvSpPr/>
          <p:nvPr/>
        </p:nvSpPr>
        <p:spPr>
          <a:xfrm>
            <a:off x="492369" y="6072554"/>
            <a:ext cx="11207262" cy="785445"/>
          </a:xfrm>
          <a:prstGeom prst="trapezoid">
            <a:avLst>
              <a:gd name="adj" fmla="val 88868"/>
            </a:avLst>
          </a:prstGeom>
          <a:gradFill>
            <a:gsLst>
              <a:gs pos="0">
                <a:schemeClr val="tx1">
                  <a:lumMod val="65000"/>
                  <a:lumOff val="35000"/>
                  <a:alpha val="4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梯形 19"/>
          <p:cNvSpPr/>
          <p:nvPr/>
        </p:nvSpPr>
        <p:spPr>
          <a:xfrm rot="5400000">
            <a:off x="3405195" y="5135900"/>
            <a:ext cx="1874480" cy="441960"/>
          </a:xfrm>
          <a:prstGeom prst="trapezoid">
            <a:avLst>
              <a:gd name="adj" fmla="val 59179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28000"/>
                </a:schemeClr>
              </a:gs>
              <a:gs pos="100000">
                <a:schemeClr val="accent1">
                  <a:lumMod val="60000"/>
                  <a:lumOff val="40000"/>
                  <a:alpha val="5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梯形 27"/>
          <p:cNvSpPr/>
          <p:nvPr/>
        </p:nvSpPr>
        <p:spPr>
          <a:xfrm rot="16200000" flipH="1">
            <a:off x="6912325" y="5135900"/>
            <a:ext cx="1874480" cy="441960"/>
          </a:xfrm>
          <a:prstGeom prst="trapezoid">
            <a:avLst>
              <a:gd name="adj" fmla="val 59179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28000"/>
                </a:schemeClr>
              </a:gs>
              <a:gs pos="100000">
                <a:schemeClr val="accent1">
                  <a:lumMod val="60000"/>
                  <a:lumOff val="40000"/>
                  <a:alpha val="5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986740" y="4323080"/>
            <a:ext cx="3204260" cy="1971040"/>
            <a:chOff x="986740" y="3743960"/>
            <a:chExt cx="3204260" cy="2177616"/>
          </a:xfrm>
        </p:grpSpPr>
        <p:sp>
          <p:nvSpPr>
            <p:cNvPr id="6" name="圆角矩形 5"/>
            <p:cNvSpPr/>
            <p:nvPr/>
          </p:nvSpPr>
          <p:spPr>
            <a:xfrm>
              <a:off x="986740" y="4069916"/>
              <a:ext cx="3204260" cy="1851660"/>
            </a:xfrm>
            <a:prstGeom prst="roundRect">
              <a:avLst>
                <a:gd name="adj" fmla="val 6322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ctr"/>
            <a:lstStyle/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</a:rPr>
                <a:t>XXXXXXXXXXXXXXXXXXXXXXXXXXXXXXXX</a:t>
              </a:r>
            </a:p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</a:rPr>
                <a:t>XXXXXXXXXXXXXXXXXXXXXXXXXXXXXXXX</a:t>
              </a:r>
            </a:p>
          </p:txBody>
        </p:sp>
        <p:sp>
          <p:nvSpPr>
            <p:cNvPr id="7" name="同侧圆角矩形 6"/>
            <p:cNvSpPr/>
            <p:nvPr/>
          </p:nvSpPr>
          <p:spPr>
            <a:xfrm>
              <a:off x="986740" y="3743960"/>
              <a:ext cx="3204260" cy="495300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XXXXXXXXXXXXX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493870" y="4323080"/>
            <a:ext cx="3204260" cy="1971040"/>
            <a:chOff x="986740" y="3743960"/>
            <a:chExt cx="3204260" cy="2177616"/>
          </a:xfrm>
        </p:grpSpPr>
        <p:sp>
          <p:nvSpPr>
            <p:cNvPr id="23" name="圆角矩形 22"/>
            <p:cNvSpPr/>
            <p:nvPr/>
          </p:nvSpPr>
          <p:spPr>
            <a:xfrm>
              <a:off x="986740" y="4069916"/>
              <a:ext cx="3204260" cy="1851660"/>
            </a:xfrm>
            <a:prstGeom prst="roundRect">
              <a:avLst>
                <a:gd name="adj" fmla="val 6322"/>
              </a:avLst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ctr"/>
            <a:lstStyle/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</a:rPr>
                <a:t>XXXXXXXXXXXXXXXXXXXXXXXXXXXXXXXX</a:t>
              </a:r>
            </a:p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</a:rPr>
                <a:t>XXXXXXXXXXXXXXXXXXXXXXXXXXXXXXXX</a:t>
              </a:r>
            </a:p>
          </p:txBody>
        </p:sp>
        <p:sp>
          <p:nvSpPr>
            <p:cNvPr id="24" name="同侧圆角矩形 23"/>
            <p:cNvSpPr/>
            <p:nvPr/>
          </p:nvSpPr>
          <p:spPr>
            <a:xfrm>
              <a:off x="986740" y="3743960"/>
              <a:ext cx="3204260" cy="4953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XXXXXXXXXXXXX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001000" y="4323080"/>
            <a:ext cx="3204260" cy="1971040"/>
            <a:chOff x="986740" y="3743960"/>
            <a:chExt cx="3204260" cy="2177616"/>
          </a:xfrm>
        </p:grpSpPr>
        <p:sp>
          <p:nvSpPr>
            <p:cNvPr id="26" name="圆角矩形 25"/>
            <p:cNvSpPr/>
            <p:nvPr/>
          </p:nvSpPr>
          <p:spPr>
            <a:xfrm>
              <a:off x="986740" y="4069916"/>
              <a:ext cx="3204260" cy="1851660"/>
            </a:xfrm>
            <a:prstGeom prst="roundRect">
              <a:avLst>
                <a:gd name="adj" fmla="val 6322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ctr"/>
            <a:lstStyle/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</a:rPr>
                <a:t>XXXXXXXXXXXXXXXXXXXXXXXXXXXXXXXX</a:t>
              </a:r>
            </a:p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</a:rPr>
                <a:t>XXXXXXXXXXXXXXXXXXXXXXXXXXXXXXXX</a:t>
              </a:r>
            </a:p>
          </p:txBody>
        </p:sp>
        <p:sp>
          <p:nvSpPr>
            <p:cNvPr id="27" name="同侧圆角矩形 26"/>
            <p:cNvSpPr/>
            <p:nvPr/>
          </p:nvSpPr>
          <p:spPr>
            <a:xfrm>
              <a:off x="986740" y="3743960"/>
              <a:ext cx="3204260" cy="495300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XXXXXXXXXXXXX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32388" y="3459480"/>
            <a:ext cx="2912964" cy="624840"/>
            <a:chOff x="998220" y="2725420"/>
            <a:chExt cx="3327400" cy="825500"/>
          </a:xfrm>
        </p:grpSpPr>
        <p:sp>
          <p:nvSpPr>
            <p:cNvPr id="29" name="圆角矩形 28"/>
            <p:cNvSpPr/>
            <p:nvPr/>
          </p:nvSpPr>
          <p:spPr>
            <a:xfrm>
              <a:off x="998220" y="2725420"/>
              <a:ext cx="3327400" cy="8255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125220" y="2725420"/>
              <a:ext cx="3073400" cy="8255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XXXXXXXXXXXXX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639518" y="3459480"/>
            <a:ext cx="2912964" cy="624840"/>
            <a:chOff x="998220" y="2725420"/>
            <a:chExt cx="3327400" cy="825500"/>
          </a:xfrm>
          <a:effectLst>
            <a:outerShdw blurRad="1143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" name="圆角矩形 32"/>
            <p:cNvSpPr/>
            <p:nvPr/>
          </p:nvSpPr>
          <p:spPr>
            <a:xfrm>
              <a:off x="998220" y="2725420"/>
              <a:ext cx="3327400" cy="825500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1125220" y="2725420"/>
              <a:ext cx="3073400" cy="8255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XXXXXXXXXXXXX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146648" y="3459480"/>
            <a:ext cx="2912964" cy="624840"/>
            <a:chOff x="998220" y="2725420"/>
            <a:chExt cx="3327400" cy="825500"/>
          </a:xfrm>
        </p:grpSpPr>
        <p:sp>
          <p:nvSpPr>
            <p:cNvPr id="36" name="圆角矩形 35"/>
            <p:cNvSpPr/>
            <p:nvPr/>
          </p:nvSpPr>
          <p:spPr>
            <a:xfrm>
              <a:off x="998220" y="2725420"/>
              <a:ext cx="3327400" cy="8255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1125220" y="2725420"/>
              <a:ext cx="3073400" cy="8255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XXXXXXXXXXXXX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150445" y="971302"/>
            <a:ext cx="1891109" cy="1676653"/>
            <a:chOff x="10357831" y="-2463912"/>
            <a:chExt cx="2466918" cy="2187164"/>
          </a:xfrm>
        </p:grpSpPr>
        <p:sp>
          <p:nvSpPr>
            <p:cNvPr id="43" name="Freeform 5"/>
            <p:cNvSpPr/>
            <p:nvPr/>
          </p:nvSpPr>
          <p:spPr bwMode="auto">
            <a:xfrm>
              <a:off x="10357831" y="-2463912"/>
              <a:ext cx="2466918" cy="2187164"/>
            </a:xfrm>
            <a:custGeom>
              <a:avLst/>
              <a:gdLst>
                <a:gd name="T0" fmla="*/ 0 w 5330"/>
                <a:gd name="T1" fmla="*/ 2385 h 4737"/>
                <a:gd name="T2" fmla="*/ 51 w 5330"/>
                <a:gd name="T3" fmla="*/ 2191 h 4737"/>
                <a:gd name="T4" fmla="*/ 1174 w 5330"/>
                <a:gd name="T5" fmla="*/ 210 h 4737"/>
                <a:gd name="T6" fmla="*/ 1507 w 5330"/>
                <a:gd name="T7" fmla="*/ 14 h 4737"/>
                <a:gd name="T8" fmla="*/ 3778 w 5330"/>
                <a:gd name="T9" fmla="*/ 0 h 4737"/>
                <a:gd name="T10" fmla="*/ 4112 w 5330"/>
                <a:gd name="T11" fmla="*/ 192 h 4737"/>
                <a:gd name="T12" fmla="*/ 5260 w 5330"/>
                <a:gd name="T13" fmla="*/ 2159 h 4737"/>
                <a:gd name="T14" fmla="*/ 5262 w 5330"/>
                <a:gd name="T15" fmla="*/ 2546 h 4737"/>
                <a:gd name="T16" fmla="*/ 4139 w 5330"/>
                <a:gd name="T17" fmla="*/ 4527 h 4737"/>
                <a:gd name="T18" fmla="*/ 3806 w 5330"/>
                <a:gd name="T19" fmla="*/ 4722 h 4737"/>
                <a:gd name="T20" fmla="*/ 1535 w 5330"/>
                <a:gd name="T21" fmla="*/ 4736 h 4737"/>
                <a:gd name="T22" fmla="*/ 1201 w 5330"/>
                <a:gd name="T23" fmla="*/ 4545 h 4737"/>
                <a:gd name="T24" fmla="*/ 53 w 5330"/>
                <a:gd name="T25" fmla="*/ 2578 h 4737"/>
                <a:gd name="T26" fmla="*/ 0 w 5330"/>
                <a:gd name="T27" fmla="*/ 2385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30" h="4737">
                  <a:moveTo>
                    <a:pt x="0" y="2385"/>
                  </a:moveTo>
                  <a:cubicBezTo>
                    <a:pt x="0" y="2318"/>
                    <a:pt x="17" y="2251"/>
                    <a:pt x="51" y="2191"/>
                  </a:cubicBezTo>
                  <a:lnTo>
                    <a:pt x="1174" y="210"/>
                  </a:lnTo>
                  <a:cubicBezTo>
                    <a:pt x="1242" y="90"/>
                    <a:pt x="1369" y="15"/>
                    <a:pt x="1507" y="14"/>
                  </a:cubicBezTo>
                  <a:lnTo>
                    <a:pt x="3778" y="0"/>
                  </a:lnTo>
                  <a:cubicBezTo>
                    <a:pt x="3915" y="0"/>
                    <a:pt x="4043" y="72"/>
                    <a:pt x="4112" y="192"/>
                  </a:cubicBezTo>
                  <a:lnTo>
                    <a:pt x="5260" y="2159"/>
                  </a:lnTo>
                  <a:cubicBezTo>
                    <a:pt x="5329" y="2278"/>
                    <a:pt x="5330" y="2426"/>
                    <a:pt x="5262" y="2546"/>
                  </a:cubicBezTo>
                  <a:lnTo>
                    <a:pt x="4139" y="4527"/>
                  </a:lnTo>
                  <a:cubicBezTo>
                    <a:pt x="4070" y="4647"/>
                    <a:pt x="3944" y="4722"/>
                    <a:pt x="3806" y="4722"/>
                  </a:cubicBezTo>
                  <a:lnTo>
                    <a:pt x="1535" y="4736"/>
                  </a:lnTo>
                  <a:cubicBezTo>
                    <a:pt x="1398" y="4737"/>
                    <a:pt x="1270" y="4664"/>
                    <a:pt x="1201" y="4545"/>
                  </a:cubicBezTo>
                  <a:lnTo>
                    <a:pt x="53" y="2578"/>
                  </a:lnTo>
                  <a:cubicBezTo>
                    <a:pt x="18" y="2518"/>
                    <a:pt x="1" y="2451"/>
                    <a:pt x="0" y="238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5"/>
            <p:cNvSpPr/>
            <p:nvPr/>
          </p:nvSpPr>
          <p:spPr bwMode="auto">
            <a:xfrm>
              <a:off x="10513377" y="-2326005"/>
              <a:ext cx="2155826" cy="1911350"/>
            </a:xfrm>
            <a:custGeom>
              <a:avLst/>
              <a:gdLst>
                <a:gd name="T0" fmla="*/ 0 w 5330"/>
                <a:gd name="T1" fmla="*/ 2385 h 4737"/>
                <a:gd name="T2" fmla="*/ 51 w 5330"/>
                <a:gd name="T3" fmla="*/ 2191 h 4737"/>
                <a:gd name="T4" fmla="*/ 1174 w 5330"/>
                <a:gd name="T5" fmla="*/ 210 h 4737"/>
                <a:gd name="T6" fmla="*/ 1507 w 5330"/>
                <a:gd name="T7" fmla="*/ 14 h 4737"/>
                <a:gd name="T8" fmla="*/ 3778 w 5330"/>
                <a:gd name="T9" fmla="*/ 0 h 4737"/>
                <a:gd name="T10" fmla="*/ 4112 w 5330"/>
                <a:gd name="T11" fmla="*/ 192 h 4737"/>
                <a:gd name="T12" fmla="*/ 5260 w 5330"/>
                <a:gd name="T13" fmla="*/ 2159 h 4737"/>
                <a:gd name="T14" fmla="*/ 5262 w 5330"/>
                <a:gd name="T15" fmla="*/ 2546 h 4737"/>
                <a:gd name="T16" fmla="*/ 4139 w 5330"/>
                <a:gd name="T17" fmla="*/ 4527 h 4737"/>
                <a:gd name="T18" fmla="*/ 3806 w 5330"/>
                <a:gd name="T19" fmla="*/ 4722 h 4737"/>
                <a:gd name="T20" fmla="*/ 1535 w 5330"/>
                <a:gd name="T21" fmla="*/ 4736 h 4737"/>
                <a:gd name="T22" fmla="*/ 1201 w 5330"/>
                <a:gd name="T23" fmla="*/ 4545 h 4737"/>
                <a:gd name="T24" fmla="*/ 53 w 5330"/>
                <a:gd name="T25" fmla="*/ 2578 h 4737"/>
                <a:gd name="T26" fmla="*/ 0 w 5330"/>
                <a:gd name="T27" fmla="*/ 2385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30" h="4737">
                  <a:moveTo>
                    <a:pt x="0" y="2385"/>
                  </a:moveTo>
                  <a:cubicBezTo>
                    <a:pt x="0" y="2318"/>
                    <a:pt x="17" y="2251"/>
                    <a:pt x="51" y="2191"/>
                  </a:cubicBezTo>
                  <a:lnTo>
                    <a:pt x="1174" y="210"/>
                  </a:lnTo>
                  <a:cubicBezTo>
                    <a:pt x="1242" y="90"/>
                    <a:pt x="1369" y="15"/>
                    <a:pt x="1507" y="14"/>
                  </a:cubicBezTo>
                  <a:lnTo>
                    <a:pt x="3778" y="0"/>
                  </a:lnTo>
                  <a:cubicBezTo>
                    <a:pt x="3915" y="0"/>
                    <a:pt x="4043" y="72"/>
                    <a:pt x="4112" y="192"/>
                  </a:cubicBezTo>
                  <a:lnTo>
                    <a:pt x="5260" y="2159"/>
                  </a:lnTo>
                  <a:cubicBezTo>
                    <a:pt x="5329" y="2278"/>
                    <a:pt x="5330" y="2426"/>
                    <a:pt x="5262" y="2546"/>
                  </a:cubicBezTo>
                  <a:lnTo>
                    <a:pt x="4139" y="4527"/>
                  </a:lnTo>
                  <a:cubicBezTo>
                    <a:pt x="4070" y="4647"/>
                    <a:pt x="3944" y="4722"/>
                    <a:pt x="3806" y="4722"/>
                  </a:cubicBezTo>
                  <a:lnTo>
                    <a:pt x="1535" y="4736"/>
                  </a:lnTo>
                  <a:cubicBezTo>
                    <a:pt x="1398" y="4737"/>
                    <a:pt x="1270" y="4664"/>
                    <a:pt x="1201" y="4545"/>
                  </a:cubicBezTo>
                  <a:lnTo>
                    <a:pt x="53" y="2578"/>
                  </a:lnTo>
                  <a:cubicBezTo>
                    <a:pt x="18" y="2518"/>
                    <a:pt x="1" y="2451"/>
                    <a:pt x="0" y="238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XXXXXXX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643315" y="1474222"/>
            <a:ext cx="1891109" cy="1676653"/>
            <a:chOff x="10357831" y="-2463912"/>
            <a:chExt cx="2466918" cy="2187164"/>
          </a:xfrm>
        </p:grpSpPr>
        <p:sp>
          <p:nvSpPr>
            <p:cNvPr id="53" name="Freeform 5"/>
            <p:cNvSpPr/>
            <p:nvPr/>
          </p:nvSpPr>
          <p:spPr bwMode="auto">
            <a:xfrm>
              <a:off x="10357831" y="-2463912"/>
              <a:ext cx="2466918" cy="2187164"/>
            </a:xfrm>
            <a:custGeom>
              <a:avLst/>
              <a:gdLst>
                <a:gd name="T0" fmla="*/ 0 w 5330"/>
                <a:gd name="T1" fmla="*/ 2385 h 4737"/>
                <a:gd name="T2" fmla="*/ 51 w 5330"/>
                <a:gd name="T3" fmla="*/ 2191 h 4737"/>
                <a:gd name="T4" fmla="*/ 1174 w 5330"/>
                <a:gd name="T5" fmla="*/ 210 h 4737"/>
                <a:gd name="T6" fmla="*/ 1507 w 5330"/>
                <a:gd name="T7" fmla="*/ 14 h 4737"/>
                <a:gd name="T8" fmla="*/ 3778 w 5330"/>
                <a:gd name="T9" fmla="*/ 0 h 4737"/>
                <a:gd name="T10" fmla="*/ 4112 w 5330"/>
                <a:gd name="T11" fmla="*/ 192 h 4737"/>
                <a:gd name="T12" fmla="*/ 5260 w 5330"/>
                <a:gd name="T13" fmla="*/ 2159 h 4737"/>
                <a:gd name="T14" fmla="*/ 5262 w 5330"/>
                <a:gd name="T15" fmla="*/ 2546 h 4737"/>
                <a:gd name="T16" fmla="*/ 4139 w 5330"/>
                <a:gd name="T17" fmla="*/ 4527 h 4737"/>
                <a:gd name="T18" fmla="*/ 3806 w 5330"/>
                <a:gd name="T19" fmla="*/ 4722 h 4737"/>
                <a:gd name="T20" fmla="*/ 1535 w 5330"/>
                <a:gd name="T21" fmla="*/ 4736 h 4737"/>
                <a:gd name="T22" fmla="*/ 1201 w 5330"/>
                <a:gd name="T23" fmla="*/ 4545 h 4737"/>
                <a:gd name="T24" fmla="*/ 53 w 5330"/>
                <a:gd name="T25" fmla="*/ 2578 h 4737"/>
                <a:gd name="T26" fmla="*/ 0 w 5330"/>
                <a:gd name="T27" fmla="*/ 2385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30" h="4737">
                  <a:moveTo>
                    <a:pt x="0" y="2385"/>
                  </a:moveTo>
                  <a:cubicBezTo>
                    <a:pt x="0" y="2318"/>
                    <a:pt x="17" y="2251"/>
                    <a:pt x="51" y="2191"/>
                  </a:cubicBezTo>
                  <a:lnTo>
                    <a:pt x="1174" y="210"/>
                  </a:lnTo>
                  <a:cubicBezTo>
                    <a:pt x="1242" y="90"/>
                    <a:pt x="1369" y="15"/>
                    <a:pt x="1507" y="14"/>
                  </a:cubicBezTo>
                  <a:lnTo>
                    <a:pt x="3778" y="0"/>
                  </a:lnTo>
                  <a:cubicBezTo>
                    <a:pt x="3915" y="0"/>
                    <a:pt x="4043" y="72"/>
                    <a:pt x="4112" y="192"/>
                  </a:cubicBezTo>
                  <a:lnTo>
                    <a:pt x="5260" y="2159"/>
                  </a:lnTo>
                  <a:cubicBezTo>
                    <a:pt x="5329" y="2278"/>
                    <a:pt x="5330" y="2426"/>
                    <a:pt x="5262" y="2546"/>
                  </a:cubicBezTo>
                  <a:lnTo>
                    <a:pt x="4139" y="4527"/>
                  </a:lnTo>
                  <a:cubicBezTo>
                    <a:pt x="4070" y="4647"/>
                    <a:pt x="3944" y="4722"/>
                    <a:pt x="3806" y="4722"/>
                  </a:cubicBezTo>
                  <a:lnTo>
                    <a:pt x="1535" y="4736"/>
                  </a:lnTo>
                  <a:cubicBezTo>
                    <a:pt x="1398" y="4737"/>
                    <a:pt x="1270" y="4664"/>
                    <a:pt x="1201" y="4545"/>
                  </a:cubicBezTo>
                  <a:lnTo>
                    <a:pt x="53" y="2578"/>
                  </a:lnTo>
                  <a:cubicBezTo>
                    <a:pt x="18" y="2518"/>
                    <a:pt x="1" y="2451"/>
                    <a:pt x="0" y="238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4" name="Freeform 5"/>
            <p:cNvSpPr/>
            <p:nvPr/>
          </p:nvSpPr>
          <p:spPr bwMode="auto">
            <a:xfrm>
              <a:off x="10513377" y="-2326005"/>
              <a:ext cx="2155826" cy="1911350"/>
            </a:xfrm>
            <a:custGeom>
              <a:avLst/>
              <a:gdLst>
                <a:gd name="T0" fmla="*/ 0 w 5330"/>
                <a:gd name="T1" fmla="*/ 2385 h 4737"/>
                <a:gd name="T2" fmla="*/ 51 w 5330"/>
                <a:gd name="T3" fmla="*/ 2191 h 4737"/>
                <a:gd name="T4" fmla="*/ 1174 w 5330"/>
                <a:gd name="T5" fmla="*/ 210 h 4737"/>
                <a:gd name="T6" fmla="*/ 1507 w 5330"/>
                <a:gd name="T7" fmla="*/ 14 h 4737"/>
                <a:gd name="T8" fmla="*/ 3778 w 5330"/>
                <a:gd name="T9" fmla="*/ 0 h 4737"/>
                <a:gd name="T10" fmla="*/ 4112 w 5330"/>
                <a:gd name="T11" fmla="*/ 192 h 4737"/>
                <a:gd name="T12" fmla="*/ 5260 w 5330"/>
                <a:gd name="T13" fmla="*/ 2159 h 4737"/>
                <a:gd name="T14" fmla="*/ 5262 w 5330"/>
                <a:gd name="T15" fmla="*/ 2546 h 4737"/>
                <a:gd name="T16" fmla="*/ 4139 w 5330"/>
                <a:gd name="T17" fmla="*/ 4527 h 4737"/>
                <a:gd name="T18" fmla="*/ 3806 w 5330"/>
                <a:gd name="T19" fmla="*/ 4722 h 4737"/>
                <a:gd name="T20" fmla="*/ 1535 w 5330"/>
                <a:gd name="T21" fmla="*/ 4736 h 4737"/>
                <a:gd name="T22" fmla="*/ 1201 w 5330"/>
                <a:gd name="T23" fmla="*/ 4545 h 4737"/>
                <a:gd name="T24" fmla="*/ 53 w 5330"/>
                <a:gd name="T25" fmla="*/ 2578 h 4737"/>
                <a:gd name="T26" fmla="*/ 0 w 5330"/>
                <a:gd name="T27" fmla="*/ 2385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30" h="4737">
                  <a:moveTo>
                    <a:pt x="0" y="2385"/>
                  </a:moveTo>
                  <a:cubicBezTo>
                    <a:pt x="0" y="2318"/>
                    <a:pt x="17" y="2251"/>
                    <a:pt x="51" y="2191"/>
                  </a:cubicBezTo>
                  <a:lnTo>
                    <a:pt x="1174" y="210"/>
                  </a:lnTo>
                  <a:cubicBezTo>
                    <a:pt x="1242" y="90"/>
                    <a:pt x="1369" y="15"/>
                    <a:pt x="1507" y="14"/>
                  </a:cubicBezTo>
                  <a:lnTo>
                    <a:pt x="3778" y="0"/>
                  </a:lnTo>
                  <a:cubicBezTo>
                    <a:pt x="3915" y="0"/>
                    <a:pt x="4043" y="72"/>
                    <a:pt x="4112" y="192"/>
                  </a:cubicBezTo>
                  <a:lnTo>
                    <a:pt x="5260" y="2159"/>
                  </a:lnTo>
                  <a:cubicBezTo>
                    <a:pt x="5329" y="2278"/>
                    <a:pt x="5330" y="2426"/>
                    <a:pt x="5262" y="2546"/>
                  </a:cubicBezTo>
                  <a:lnTo>
                    <a:pt x="4139" y="4527"/>
                  </a:lnTo>
                  <a:cubicBezTo>
                    <a:pt x="4070" y="4647"/>
                    <a:pt x="3944" y="4722"/>
                    <a:pt x="3806" y="4722"/>
                  </a:cubicBezTo>
                  <a:lnTo>
                    <a:pt x="1535" y="4736"/>
                  </a:lnTo>
                  <a:cubicBezTo>
                    <a:pt x="1398" y="4737"/>
                    <a:pt x="1270" y="4664"/>
                    <a:pt x="1201" y="4545"/>
                  </a:cubicBezTo>
                  <a:lnTo>
                    <a:pt x="53" y="2578"/>
                  </a:lnTo>
                  <a:cubicBezTo>
                    <a:pt x="18" y="2518"/>
                    <a:pt x="1" y="2451"/>
                    <a:pt x="0" y="238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XXXXXXX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657575" y="1474222"/>
            <a:ext cx="1891109" cy="1676653"/>
            <a:chOff x="10357831" y="-2463912"/>
            <a:chExt cx="2466918" cy="2187164"/>
          </a:xfrm>
        </p:grpSpPr>
        <p:sp>
          <p:nvSpPr>
            <p:cNvPr id="61" name="Freeform 5"/>
            <p:cNvSpPr/>
            <p:nvPr/>
          </p:nvSpPr>
          <p:spPr bwMode="auto">
            <a:xfrm>
              <a:off x="10357831" y="-2463912"/>
              <a:ext cx="2466918" cy="2187164"/>
            </a:xfrm>
            <a:custGeom>
              <a:avLst/>
              <a:gdLst>
                <a:gd name="T0" fmla="*/ 0 w 5330"/>
                <a:gd name="T1" fmla="*/ 2385 h 4737"/>
                <a:gd name="T2" fmla="*/ 51 w 5330"/>
                <a:gd name="T3" fmla="*/ 2191 h 4737"/>
                <a:gd name="T4" fmla="*/ 1174 w 5330"/>
                <a:gd name="T5" fmla="*/ 210 h 4737"/>
                <a:gd name="T6" fmla="*/ 1507 w 5330"/>
                <a:gd name="T7" fmla="*/ 14 h 4737"/>
                <a:gd name="T8" fmla="*/ 3778 w 5330"/>
                <a:gd name="T9" fmla="*/ 0 h 4737"/>
                <a:gd name="T10" fmla="*/ 4112 w 5330"/>
                <a:gd name="T11" fmla="*/ 192 h 4737"/>
                <a:gd name="T12" fmla="*/ 5260 w 5330"/>
                <a:gd name="T13" fmla="*/ 2159 h 4737"/>
                <a:gd name="T14" fmla="*/ 5262 w 5330"/>
                <a:gd name="T15" fmla="*/ 2546 h 4737"/>
                <a:gd name="T16" fmla="*/ 4139 w 5330"/>
                <a:gd name="T17" fmla="*/ 4527 h 4737"/>
                <a:gd name="T18" fmla="*/ 3806 w 5330"/>
                <a:gd name="T19" fmla="*/ 4722 h 4737"/>
                <a:gd name="T20" fmla="*/ 1535 w 5330"/>
                <a:gd name="T21" fmla="*/ 4736 h 4737"/>
                <a:gd name="T22" fmla="*/ 1201 w 5330"/>
                <a:gd name="T23" fmla="*/ 4545 h 4737"/>
                <a:gd name="T24" fmla="*/ 53 w 5330"/>
                <a:gd name="T25" fmla="*/ 2578 h 4737"/>
                <a:gd name="T26" fmla="*/ 0 w 5330"/>
                <a:gd name="T27" fmla="*/ 2385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30" h="4737">
                  <a:moveTo>
                    <a:pt x="0" y="2385"/>
                  </a:moveTo>
                  <a:cubicBezTo>
                    <a:pt x="0" y="2318"/>
                    <a:pt x="17" y="2251"/>
                    <a:pt x="51" y="2191"/>
                  </a:cubicBezTo>
                  <a:lnTo>
                    <a:pt x="1174" y="210"/>
                  </a:lnTo>
                  <a:cubicBezTo>
                    <a:pt x="1242" y="90"/>
                    <a:pt x="1369" y="15"/>
                    <a:pt x="1507" y="14"/>
                  </a:cubicBezTo>
                  <a:lnTo>
                    <a:pt x="3778" y="0"/>
                  </a:lnTo>
                  <a:cubicBezTo>
                    <a:pt x="3915" y="0"/>
                    <a:pt x="4043" y="72"/>
                    <a:pt x="4112" y="192"/>
                  </a:cubicBezTo>
                  <a:lnTo>
                    <a:pt x="5260" y="2159"/>
                  </a:lnTo>
                  <a:cubicBezTo>
                    <a:pt x="5329" y="2278"/>
                    <a:pt x="5330" y="2426"/>
                    <a:pt x="5262" y="2546"/>
                  </a:cubicBezTo>
                  <a:lnTo>
                    <a:pt x="4139" y="4527"/>
                  </a:lnTo>
                  <a:cubicBezTo>
                    <a:pt x="4070" y="4647"/>
                    <a:pt x="3944" y="4722"/>
                    <a:pt x="3806" y="4722"/>
                  </a:cubicBezTo>
                  <a:lnTo>
                    <a:pt x="1535" y="4736"/>
                  </a:lnTo>
                  <a:cubicBezTo>
                    <a:pt x="1398" y="4737"/>
                    <a:pt x="1270" y="4664"/>
                    <a:pt x="1201" y="4545"/>
                  </a:cubicBezTo>
                  <a:lnTo>
                    <a:pt x="53" y="2578"/>
                  </a:lnTo>
                  <a:cubicBezTo>
                    <a:pt x="18" y="2518"/>
                    <a:pt x="1" y="2451"/>
                    <a:pt x="0" y="238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2" name="Freeform 5"/>
            <p:cNvSpPr/>
            <p:nvPr/>
          </p:nvSpPr>
          <p:spPr bwMode="auto">
            <a:xfrm>
              <a:off x="10513377" y="-2326005"/>
              <a:ext cx="2155826" cy="1911350"/>
            </a:xfrm>
            <a:custGeom>
              <a:avLst/>
              <a:gdLst>
                <a:gd name="T0" fmla="*/ 0 w 5330"/>
                <a:gd name="T1" fmla="*/ 2385 h 4737"/>
                <a:gd name="T2" fmla="*/ 51 w 5330"/>
                <a:gd name="T3" fmla="*/ 2191 h 4737"/>
                <a:gd name="T4" fmla="*/ 1174 w 5330"/>
                <a:gd name="T5" fmla="*/ 210 h 4737"/>
                <a:gd name="T6" fmla="*/ 1507 w 5330"/>
                <a:gd name="T7" fmla="*/ 14 h 4737"/>
                <a:gd name="T8" fmla="*/ 3778 w 5330"/>
                <a:gd name="T9" fmla="*/ 0 h 4737"/>
                <a:gd name="T10" fmla="*/ 4112 w 5330"/>
                <a:gd name="T11" fmla="*/ 192 h 4737"/>
                <a:gd name="T12" fmla="*/ 5260 w 5330"/>
                <a:gd name="T13" fmla="*/ 2159 h 4737"/>
                <a:gd name="T14" fmla="*/ 5262 w 5330"/>
                <a:gd name="T15" fmla="*/ 2546 h 4737"/>
                <a:gd name="T16" fmla="*/ 4139 w 5330"/>
                <a:gd name="T17" fmla="*/ 4527 h 4737"/>
                <a:gd name="T18" fmla="*/ 3806 w 5330"/>
                <a:gd name="T19" fmla="*/ 4722 h 4737"/>
                <a:gd name="T20" fmla="*/ 1535 w 5330"/>
                <a:gd name="T21" fmla="*/ 4736 h 4737"/>
                <a:gd name="T22" fmla="*/ 1201 w 5330"/>
                <a:gd name="T23" fmla="*/ 4545 h 4737"/>
                <a:gd name="T24" fmla="*/ 53 w 5330"/>
                <a:gd name="T25" fmla="*/ 2578 h 4737"/>
                <a:gd name="T26" fmla="*/ 0 w 5330"/>
                <a:gd name="T27" fmla="*/ 2385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30" h="4737">
                  <a:moveTo>
                    <a:pt x="0" y="2385"/>
                  </a:moveTo>
                  <a:cubicBezTo>
                    <a:pt x="0" y="2318"/>
                    <a:pt x="17" y="2251"/>
                    <a:pt x="51" y="2191"/>
                  </a:cubicBezTo>
                  <a:lnTo>
                    <a:pt x="1174" y="210"/>
                  </a:lnTo>
                  <a:cubicBezTo>
                    <a:pt x="1242" y="90"/>
                    <a:pt x="1369" y="15"/>
                    <a:pt x="1507" y="14"/>
                  </a:cubicBezTo>
                  <a:lnTo>
                    <a:pt x="3778" y="0"/>
                  </a:lnTo>
                  <a:cubicBezTo>
                    <a:pt x="3915" y="0"/>
                    <a:pt x="4043" y="72"/>
                    <a:pt x="4112" y="192"/>
                  </a:cubicBezTo>
                  <a:lnTo>
                    <a:pt x="5260" y="2159"/>
                  </a:lnTo>
                  <a:cubicBezTo>
                    <a:pt x="5329" y="2278"/>
                    <a:pt x="5330" y="2426"/>
                    <a:pt x="5262" y="2546"/>
                  </a:cubicBezTo>
                  <a:lnTo>
                    <a:pt x="4139" y="4527"/>
                  </a:lnTo>
                  <a:cubicBezTo>
                    <a:pt x="4070" y="4647"/>
                    <a:pt x="3944" y="4722"/>
                    <a:pt x="3806" y="4722"/>
                  </a:cubicBezTo>
                  <a:lnTo>
                    <a:pt x="1535" y="4736"/>
                  </a:lnTo>
                  <a:cubicBezTo>
                    <a:pt x="1398" y="4737"/>
                    <a:pt x="1270" y="4664"/>
                    <a:pt x="1201" y="4545"/>
                  </a:cubicBezTo>
                  <a:lnTo>
                    <a:pt x="53" y="2578"/>
                  </a:lnTo>
                  <a:cubicBezTo>
                    <a:pt x="18" y="2518"/>
                    <a:pt x="1" y="2451"/>
                    <a:pt x="0" y="238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XXXXXXX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阿里巴巴普惠体 B</vt:lpstr>
      <vt:lpstr>等线</vt:lpstr>
      <vt:lpstr>Arial</vt:lpstr>
      <vt:lpstr>1_Office 主题​​</vt:lpstr>
      <vt:lpstr>幻灯片版式库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