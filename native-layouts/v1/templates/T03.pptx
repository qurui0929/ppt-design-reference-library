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89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B32C"/>
    <a:srgbClr val="0047FF"/>
    <a:srgbClr val="6691FF"/>
    <a:srgbClr val="CCDAFF"/>
    <a:srgbClr val="BABABA"/>
    <a:srgbClr val="8FC0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>
        <p:scale>
          <a:sx n="66" d="100"/>
          <a:sy n="66" d="100"/>
        </p:scale>
        <p:origin x="648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23E440-D17D-4DA4-A5AD-82F3EB61E2A9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D8B05-958A-4CAD-AE34-AC88CBBBC5D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2988" y="242483"/>
            <a:ext cx="11266026" cy="578454"/>
          </a:xfrm>
        </p:spPr>
        <p:txBody>
          <a:bodyPr lIns="0" tIns="0" rIns="0" bIns="0">
            <a:noAutofit/>
          </a:bodyPr>
          <a:lstStyle>
            <a:lvl1pPr>
              <a:defRPr sz="2800" b="0">
                <a:solidFill>
                  <a:schemeClr val="tx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131260" y="6356350"/>
            <a:ext cx="6553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D79A82-DA6F-4DEA-814A-FD7C6FF9CD0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48020E0-1C4F-4D89-9FD1-EC2E5B71218B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  <a:t>‹#›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组合 61"/>
          <p:cNvGrpSpPr/>
          <p:nvPr/>
        </p:nvGrpSpPr>
        <p:grpSpPr>
          <a:xfrm>
            <a:off x="2490281" y="1410511"/>
            <a:ext cx="8638162" cy="985217"/>
            <a:chOff x="2490281" y="1410511"/>
            <a:chExt cx="8638162" cy="985217"/>
          </a:xfrm>
        </p:grpSpPr>
        <p:sp>
          <p:nvSpPr>
            <p:cNvPr id="10" name="矩形 9"/>
            <p:cNvSpPr/>
            <p:nvPr/>
          </p:nvSpPr>
          <p:spPr>
            <a:xfrm>
              <a:off x="2490281" y="1671666"/>
              <a:ext cx="3915599" cy="132080"/>
            </a:xfrm>
            <a:prstGeom prst="rect">
              <a:avLst/>
            </a:prstGeom>
            <a:solidFill>
              <a:srgbClr val="FEB3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任意多边形 60"/>
            <p:cNvSpPr/>
            <p:nvPr/>
          </p:nvSpPr>
          <p:spPr>
            <a:xfrm>
              <a:off x="2490281" y="1410511"/>
              <a:ext cx="8638162" cy="985217"/>
            </a:xfrm>
            <a:custGeom>
              <a:avLst/>
              <a:gdLst>
                <a:gd name="connsiteX0" fmla="*/ 3577241 w 8638162"/>
                <a:gd name="connsiteY0" fmla="*/ 0 h 985217"/>
                <a:gd name="connsiteX1" fmla="*/ 8571687 w 8638162"/>
                <a:gd name="connsiteY1" fmla="*/ 0 h 985217"/>
                <a:gd name="connsiteX2" fmla="*/ 8638162 w 8638162"/>
                <a:gd name="connsiteY2" fmla="*/ 66475 h 985217"/>
                <a:gd name="connsiteX3" fmla="*/ 8638162 w 8638162"/>
                <a:gd name="connsiteY3" fmla="*/ 916018 h 985217"/>
                <a:gd name="connsiteX4" fmla="*/ 8571687 w 8638162"/>
                <a:gd name="connsiteY4" fmla="*/ 982493 h 985217"/>
                <a:gd name="connsiteX5" fmla="*/ 3699410 w 8638162"/>
                <a:gd name="connsiteY5" fmla="*/ 982493 h 985217"/>
                <a:gd name="connsiteX6" fmla="*/ 3685917 w 8638162"/>
                <a:gd name="connsiteY6" fmla="*/ 985217 h 985217"/>
                <a:gd name="connsiteX7" fmla="*/ 53914 w 8638162"/>
                <a:gd name="connsiteY7" fmla="*/ 985217 h 985217"/>
                <a:gd name="connsiteX8" fmla="*/ 0 w 8638162"/>
                <a:gd name="connsiteY8" fmla="*/ 931303 h 985217"/>
                <a:gd name="connsiteX9" fmla="*/ 0 w 8638162"/>
                <a:gd name="connsiteY9" fmla="*/ 514875 h 985217"/>
                <a:gd name="connsiteX10" fmla="*/ 53914 w 8638162"/>
                <a:gd name="connsiteY10" fmla="*/ 460961 h 985217"/>
                <a:gd name="connsiteX11" fmla="*/ 3189209 w 8638162"/>
                <a:gd name="connsiteY11" fmla="*/ 460961 h 985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638162" h="985217">
                  <a:moveTo>
                    <a:pt x="3577241" y="0"/>
                  </a:moveTo>
                  <a:lnTo>
                    <a:pt x="8571687" y="0"/>
                  </a:lnTo>
                  <a:cubicBezTo>
                    <a:pt x="8608400" y="0"/>
                    <a:pt x="8638162" y="29762"/>
                    <a:pt x="8638162" y="66475"/>
                  </a:cubicBezTo>
                  <a:lnTo>
                    <a:pt x="8638162" y="916018"/>
                  </a:lnTo>
                  <a:cubicBezTo>
                    <a:pt x="8638162" y="952731"/>
                    <a:pt x="8608400" y="982493"/>
                    <a:pt x="8571687" y="982493"/>
                  </a:cubicBezTo>
                  <a:lnTo>
                    <a:pt x="3699410" y="982493"/>
                  </a:lnTo>
                  <a:lnTo>
                    <a:pt x="3685917" y="985217"/>
                  </a:lnTo>
                  <a:lnTo>
                    <a:pt x="53914" y="985217"/>
                  </a:lnTo>
                  <a:cubicBezTo>
                    <a:pt x="24138" y="985217"/>
                    <a:pt x="0" y="961079"/>
                    <a:pt x="0" y="931303"/>
                  </a:cubicBezTo>
                  <a:lnTo>
                    <a:pt x="0" y="514875"/>
                  </a:lnTo>
                  <a:cubicBezTo>
                    <a:pt x="0" y="485099"/>
                    <a:pt x="24138" y="460961"/>
                    <a:pt x="53914" y="460961"/>
                  </a:cubicBezTo>
                  <a:lnTo>
                    <a:pt x="3189209" y="460961"/>
                  </a:lnTo>
                  <a:close/>
                </a:path>
              </a:pathLst>
            </a:custGeom>
            <a:solidFill>
              <a:schemeClr val="bg1">
                <a:alpha val="88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10795974" y="1499736"/>
              <a:ext cx="171748" cy="171746"/>
            </a:xfrm>
            <a:prstGeom prst="ellips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10848043" y="1551805"/>
              <a:ext cx="67608" cy="6760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299201" y="1584788"/>
              <a:ext cx="585417" cy="305836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algn="ctr"/>
              <a:r>
                <a:rPr lang="en-US" altLang="zh-CN" sz="2800" b="1" i="1" dirty="0">
                  <a:solidFill>
                    <a:schemeClr val="accent2">
                      <a:lumMod val="75000"/>
                    </a:schemeClr>
                  </a:solidFill>
                </a:rPr>
                <a:t>01</a:t>
              </a:r>
              <a:endParaRPr lang="en-US" sz="2800" b="1" i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7315200" y="1535480"/>
              <a:ext cx="800219" cy="305836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lang="en-US" altLang="zh-CN" b="1" dirty="0">
                  <a:solidFill>
                    <a:schemeClr val="accent2">
                      <a:lumMod val="75000"/>
                    </a:schemeClr>
                  </a:solidFill>
                </a:rPr>
                <a:t>XXXX</a:t>
              </a:r>
              <a:endParaRPr lang="en-US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7315200" y="1831505"/>
              <a:ext cx="3535680" cy="43653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400" dirty="0"/>
                <a:t>XXXXXXXXXXXXXXXXXXXXXXXXXXXXXXXXXXXXXXXXXXXXXXXXXXXXXXXX</a:t>
              </a:r>
              <a:endParaRPr lang="en-US" sz="1400" dirty="0"/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2490281" y="2614278"/>
            <a:ext cx="8638162" cy="985217"/>
            <a:chOff x="2490281" y="1410511"/>
            <a:chExt cx="8638162" cy="985217"/>
          </a:xfrm>
        </p:grpSpPr>
        <p:sp>
          <p:nvSpPr>
            <p:cNvPr id="64" name="矩形 63"/>
            <p:cNvSpPr/>
            <p:nvPr/>
          </p:nvSpPr>
          <p:spPr>
            <a:xfrm>
              <a:off x="2490281" y="1671666"/>
              <a:ext cx="3915599" cy="13208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任意多边形 64"/>
            <p:cNvSpPr/>
            <p:nvPr/>
          </p:nvSpPr>
          <p:spPr>
            <a:xfrm>
              <a:off x="2490281" y="1410511"/>
              <a:ext cx="8638162" cy="985217"/>
            </a:xfrm>
            <a:custGeom>
              <a:avLst/>
              <a:gdLst>
                <a:gd name="connsiteX0" fmla="*/ 3577241 w 8638162"/>
                <a:gd name="connsiteY0" fmla="*/ 0 h 985217"/>
                <a:gd name="connsiteX1" fmla="*/ 8571687 w 8638162"/>
                <a:gd name="connsiteY1" fmla="*/ 0 h 985217"/>
                <a:gd name="connsiteX2" fmla="*/ 8638162 w 8638162"/>
                <a:gd name="connsiteY2" fmla="*/ 66475 h 985217"/>
                <a:gd name="connsiteX3" fmla="*/ 8638162 w 8638162"/>
                <a:gd name="connsiteY3" fmla="*/ 916018 h 985217"/>
                <a:gd name="connsiteX4" fmla="*/ 8571687 w 8638162"/>
                <a:gd name="connsiteY4" fmla="*/ 982493 h 985217"/>
                <a:gd name="connsiteX5" fmla="*/ 3699410 w 8638162"/>
                <a:gd name="connsiteY5" fmla="*/ 982493 h 985217"/>
                <a:gd name="connsiteX6" fmla="*/ 3685917 w 8638162"/>
                <a:gd name="connsiteY6" fmla="*/ 985217 h 985217"/>
                <a:gd name="connsiteX7" fmla="*/ 53914 w 8638162"/>
                <a:gd name="connsiteY7" fmla="*/ 985217 h 985217"/>
                <a:gd name="connsiteX8" fmla="*/ 0 w 8638162"/>
                <a:gd name="connsiteY8" fmla="*/ 931303 h 985217"/>
                <a:gd name="connsiteX9" fmla="*/ 0 w 8638162"/>
                <a:gd name="connsiteY9" fmla="*/ 514875 h 985217"/>
                <a:gd name="connsiteX10" fmla="*/ 53914 w 8638162"/>
                <a:gd name="connsiteY10" fmla="*/ 460961 h 985217"/>
                <a:gd name="connsiteX11" fmla="*/ 3189209 w 8638162"/>
                <a:gd name="connsiteY11" fmla="*/ 460961 h 985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638162" h="985217">
                  <a:moveTo>
                    <a:pt x="3577241" y="0"/>
                  </a:moveTo>
                  <a:lnTo>
                    <a:pt x="8571687" y="0"/>
                  </a:lnTo>
                  <a:cubicBezTo>
                    <a:pt x="8608400" y="0"/>
                    <a:pt x="8638162" y="29762"/>
                    <a:pt x="8638162" y="66475"/>
                  </a:cubicBezTo>
                  <a:lnTo>
                    <a:pt x="8638162" y="916018"/>
                  </a:lnTo>
                  <a:cubicBezTo>
                    <a:pt x="8638162" y="952731"/>
                    <a:pt x="8608400" y="982493"/>
                    <a:pt x="8571687" y="982493"/>
                  </a:cubicBezTo>
                  <a:lnTo>
                    <a:pt x="3699410" y="982493"/>
                  </a:lnTo>
                  <a:lnTo>
                    <a:pt x="3685917" y="985217"/>
                  </a:lnTo>
                  <a:lnTo>
                    <a:pt x="53914" y="985217"/>
                  </a:lnTo>
                  <a:cubicBezTo>
                    <a:pt x="24138" y="985217"/>
                    <a:pt x="0" y="961079"/>
                    <a:pt x="0" y="931303"/>
                  </a:cubicBezTo>
                  <a:lnTo>
                    <a:pt x="0" y="514875"/>
                  </a:lnTo>
                  <a:cubicBezTo>
                    <a:pt x="0" y="485099"/>
                    <a:pt x="24138" y="460961"/>
                    <a:pt x="53914" y="460961"/>
                  </a:cubicBezTo>
                  <a:lnTo>
                    <a:pt x="3189209" y="460961"/>
                  </a:lnTo>
                  <a:close/>
                </a:path>
              </a:pathLst>
            </a:custGeom>
            <a:solidFill>
              <a:schemeClr val="bg1">
                <a:alpha val="88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0795974" y="1499736"/>
              <a:ext cx="171748" cy="171746"/>
            </a:xfrm>
            <a:prstGeom prst="ellips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0848043" y="1551805"/>
              <a:ext cx="67608" cy="6760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6299201" y="1584788"/>
              <a:ext cx="585417" cy="305836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algn="ctr"/>
              <a:r>
                <a:rPr lang="en-US" altLang="zh-CN" sz="2800" b="1" i="1" dirty="0"/>
                <a:t>02</a:t>
              </a:r>
              <a:endParaRPr lang="en-US" sz="2800" b="1" i="1" dirty="0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7315200" y="1535480"/>
              <a:ext cx="800219" cy="305836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lang="en-US" altLang="zh-CN" b="1" dirty="0"/>
                <a:t>XXXX</a:t>
              </a:r>
              <a:endParaRPr lang="en-US" b="1" dirty="0"/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7315200" y="1831505"/>
              <a:ext cx="3535680" cy="43653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400" dirty="0"/>
                <a:t>XXXXXXXXXXXXXXXXXXXXXXXXXXXXXXXXXXXXXXXXXXXXXXXXXXXXXXXX</a:t>
              </a:r>
              <a:endParaRPr lang="en-US" sz="1400" dirty="0"/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2490281" y="3818045"/>
            <a:ext cx="8638162" cy="985217"/>
            <a:chOff x="2490281" y="1410511"/>
            <a:chExt cx="8638162" cy="985217"/>
          </a:xfrm>
        </p:grpSpPr>
        <p:sp>
          <p:nvSpPr>
            <p:cNvPr id="72" name="矩形 71"/>
            <p:cNvSpPr/>
            <p:nvPr/>
          </p:nvSpPr>
          <p:spPr>
            <a:xfrm>
              <a:off x="2490281" y="1671666"/>
              <a:ext cx="3915599" cy="13208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任意多边形 72"/>
            <p:cNvSpPr/>
            <p:nvPr/>
          </p:nvSpPr>
          <p:spPr>
            <a:xfrm>
              <a:off x="2490281" y="1410511"/>
              <a:ext cx="8638162" cy="985217"/>
            </a:xfrm>
            <a:custGeom>
              <a:avLst/>
              <a:gdLst>
                <a:gd name="connsiteX0" fmla="*/ 3577241 w 8638162"/>
                <a:gd name="connsiteY0" fmla="*/ 0 h 985217"/>
                <a:gd name="connsiteX1" fmla="*/ 8571687 w 8638162"/>
                <a:gd name="connsiteY1" fmla="*/ 0 h 985217"/>
                <a:gd name="connsiteX2" fmla="*/ 8638162 w 8638162"/>
                <a:gd name="connsiteY2" fmla="*/ 66475 h 985217"/>
                <a:gd name="connsiteX3" fmla="*/ 8638162 w 8638162"/>
                <a:gd name="connsiteY3" fmla="*/ 916018 h 985217"/>
                <a:gd name="connsiteX4" fmla="*/ 8571687 w 8638162"/>
                <a:gd name="connsiteY4" fmla="*/ 982493 h 985217"/>
                <a:gd name="connsiteX5" fmla="*/ 3699410 w 8638162"/>
                <a:gd name="connsiteY5" fmla="*/ 982493 h 985217"/>
                <a:gd name="connsiteX6" fmla="*/ 3685917 w 8638162"/>
                <a:gd name="connsiteY6" fmla="*/ 985217 h 985217"/>
                <a:gd name="connsiteX7" fmla="*/ 53914 w 8638162"/>
                <a:gd name="connsiteY7" fmla="*/ 985217 h 985217"/>
                <a:gd name="connsiteX8" fmla="*/ 0 w 8638162"/>
                <a:gd name="connsiteY8" fmla="*/ 931303 h 985217"/>
                <a:gd name="connsiteX9" fmla="*/ 0 w 8638162"/>
                <a:gd name="connsiteY9" fmla="*/ 514875 h 985217"/>
                <a:gd name="connsiteX10" fmla="*/ 53914 w 8638162"/>
                <a:gd name="connsiteY10" fmla="*/ 460961 h 985217"/>
                <a:gd name="connsiteX11" fmla="*/ 3189209 w 8638162"/>
                <a:gd name="connsiteY11" fmla="*/ 460961 h 985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638162" h="985217">
                  <a:moveTo>
                    <a:pt x="3577241" y="0"/>
                  </a:moveTo>
                  <a:lnTo>
                    <a:pt x="8571687" y="0"/>
                  </a:lnTo>
                  <a:cubicBezTo>
                    <a:pt x="8608400" y="0"/>
                    <a:pt x="8638162" y="29762"/>
                    <a:pt x="8638162" y="66475"/>
                  </a:cubicBezTo>
                  <a:lnTo>
                    <a:pt x="8638162" y="916018"/>
                  </a:lnTo>
                  <a:cubicBezTo>
                    <a:pt x="8638162" y="952731"/>
                    <a:pt x="8608400" y="982493"/>
                    <a:pt x="8571687" y="982493"/>
                  </a:cubicBezTo>
                  <a:lnTo>
                    <a:pt x="3699410" y="982493"/>
                  </a:lnTo>
                  <a:lnTo>
                    <a:pt x="3685917" y="985217"/>
                  </a:lnTo>
                  <a:lnTo>
                    <a:pt x="53914" y="985217"/>
                  </a:lnTo>
                  <a:cubicBezTo>
                    <a:pt x="24138" y="985217"/>
                    <a:pt x="0" y="961079"/>
                    <a:pt x="0" y="931303"/>
                  </a:cubicBezTo>
                  <a:lnTo>
                    <a:pt x="0" y="514875"/>
                  </a:lnTo>
                  <a:cubicBezTo>
                    <a:pt x="0" y="485099"/>
                    <a:pt x="24138" y="460961"/>
                    <a:pt x="53914" y="460961"/>
                  </a:cubicBezTo>
                  <a:lnTo>
                    <a:pt x="3189209" y="460961"/>
                  </a:lnTo>
                  <a:close/>
                </a:path>
              </a:pathLst>
            </a:custGeom>
            <a:solidFill>
              <a:schemeClr val="bg1">
                <a:alpha val="88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0795974" y="1499736"/>
              <a:ext cx="171748" cy="171746"/>
            </a:xfrm>
            <a:prstGeom prst="ellips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5" name="椭圆 74"/>
            <p:cNvSpPr/>
            <p:nvPr/>
          </p:nvSpPr>
          <p:spPr>
            <a:xfrm>
              <a:off x="10848043" y="1551805"/>
              <a:ext cx="67608" cy="6760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6299201" y="1584788"/>
              <a:ext cx="585417" cy="305836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algn="ctr"/>
              <a:r>
                <a:rPr lang="en-US" altLang="zh-CN" sz="2800" b="1" i="1" dirty="0"/>
                <a:t>03</a:t>
              </a:r>
              <a:endParaRPr lang="en-US" sz="2800" b="1" i="1" dirty="0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7315200" y="1535480"/>
              <a:ext cx="800219" cy="305836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lang="en-US" altLang="zh-CN" b="1" dirty="0"/>
                <a:t>XXXX</a:t>
              </a:r>
              <a:endParaRPr lang="en-US" b="1" dirty="0"/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7315200" y="1831505"/>
              <a:ext cx="3535680" cy="43653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400" dirty="0"/>
                <a:t>XXXXXXXXXXXXXXXXXXXXXXXXXXXXXXXXXXXXXXXXXXXXXXXXXXXXXXXX</a:t>
              </a:r>
              <a:endParaRPr lang="en-US" sz="1400" dirty="0"/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2490281" y="5021812"/>
            <a:ext cx="8638162" cy="985217"/>
            <a:chOff x="2490281" y="1410511"/>
            <a:chExt cx="8638162" cy="985217"/>
          </a:xfrm>
        </p:grpSpPr>
        <p:sp>
          <p:nvSpPr>
            <p:cNvPr id="80" name="矩形 79"/>
            <p:cNvSpPr/>
            <p:nvPr/>
          </p:nvSpPr>
          <p:spPr>
            <a:xfrm>
              <a:off x="2490281" y="1671666"/>
              <a:ext cx="3915599" cy="13208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任意多边形 80"/>
            <p:cNvSpPr/>
            <p:nvPr/>
          </p:nvSpPr>
          <p:spPr>
            <a:xfrm>
              <a:off x="2490281" y="1410511"/>
              <a:ext cx="8638162" cy="985217"/>
            </a:xfrm>
            <a:custGeom>
              <a:avLst/>
              <a:gdLst>
                <a:gd name="connsiteX0" fmla="*/ 3577241 w 8638162"/>
                <a:gd name="connsiteY0" fmla="*/ 0 h 985217"/>
                <a:gd name="connsiteX1" fmla="*/ 8571687 w 8638162"/>
                <a:gd name="connsiteY1" fmla="*/ 0 h 985217"/>
                <a:gd name="connsiteX2" fmla="*/ 8638162 w 8638162"/>
                <a:gd name="connsiteY2" fmla="*/ 66475 h 985217"/>
                <a:gd name="connsiteX3" fmla="*/ 8638162 w 8638162"/>
                <a:gd name="connsiteY3" fmla="*/ 916018 h 985217"/>
                <a:gd name="connsiteX4" fmla="*/ 8571687 w 8638162"/>
                <a:gd name="connsiteY4" fmla="*/ 982493 h 985217"/>
                <a:gd name="connsiteX5" fmla="*/ 3699410 w 8638162"/>
                <a:gd name="connsiteY5" fmla="*/ 982493 h 985217"/>
                <a:gd name="connsiteX6" fmla="*/ 3685917 w 8638162"/>
                <a:gd name="connsiteY6" fmla="*/ 985217 h 985217"/>
                <a:gd name="connsiteX7" fmla="*/ 53914 w 8638162"/>
                <a:gd name="connsiteY7" fmla="*/ 985217 h 985217"/>
                <a:gd name="connsiteX8" fmla="*/ 0 w 8638162"/>
                <a:gd name="connsiteY8" fmla="*/ 931303 h 985217"/>
                <a:gd name="connsiteX9" fmla="*/ 0 w 8638162"/>
                <a:gd name="connsiteY9" fmla="*/ 514875 h 985217"/>
                <a:gd name="connsiteX10" fmla="*/ 53914 w 8638162"/>
                <a:gd name="connsiteY10" fmla="*/ 460961 h 985217"/>
                <a:gd name="connsiteX11" fmla="*/ 3189209 w 8638162"/>
                <a:gd name="connsiteY11" fmla="*/ 460961 h 985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638162" h="985217">
                  <a:moveTo>
                    <a:pt x="3577241" y="0"/>
                  </a:moveTo>
                  <a:lnTo>
                    <a:pt x="8571687" y="0"/>
                  </a:lnTo>
                  <a:cubicBezTo>
                    <a:pt x="8608400" y="0"/>
                    <a:pt x="8638162" y="29762"/>
                    <a:pt x="8638162" y="66475"/>
                  </a:cubicBezTo>
                  <a:lnTo>
                    <a:pt x="8638162" y="916018"/>
                  </a:lnTo>
                  <a:cubicBezTo>
                    <a:pt x="8638162" y="952731"/>
                    <a:pt x="8608400" y="982493"/>
                    <a:pt x="8571687" y="982493"/>
                  </a:cubicBezTo>
                  <a:lnTo>
                    <a:pt x="3699410" y="982493"/>
                  </a:lnTo>
                  <a:lnTo>
                    <a:pt x="3685917" y="985217"/>
                  </a:lnTo>
                  <a:lnTo>
                    <a:pt x="53914" y="985217"/>
                  </a:lnTo>
                  <a:cubicBezTo>
                    <a:pt x="24138" y="985217"/>
                    <a:pt x="0" y="961079"/>
                    <a:pt x="0" y="931303"/>
                  </a:cubicBezTo>
                  <a:lnTo>
                    <a:pt x="0" y="514875"/>
                  </a:lnTo>
                  <a:cubicBezTo>
                    <a:pt x="0" y="485099"/>
                    <a:pt x="24138" y="460961"/>
                    <a:pt x="53914" y="460961"/>
                  </a:cubicBezTo>
                  <a:lnTo>
                    <a:pt x="3189209" y="460961"/>
                  </a:lnTo>
                  <a:close/>
                </a:path>
              </a:pathLst>
            </a:custGeom>
            <a:solidFill>
              <a:schemeClr val="bg1">
                <a:alpha val="88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0795974" y="1499736"/>
              <a:ext cx="171748" cy="171746"/>
            </a:xfrm>
            <a:prstGeom prst="ellips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0848043" y="1551805"/>
              <a:ext cx="67608" cy="6760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4" name="文本框 83"/>
            <p:cNvSpPr txBox="1"/>
            <p:nvPr/>
          </p:nvSpPr>
          <p:spPr>
            <a:xfrm>
              <a:off x="6299201" y="1584788"/>
              <a:ext cx="585417" cy="305836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algn="ctr"/>
              <a:r>
                <a:rPr lang="en-US" altLang="zh-CN" sz="2800" b="1" i="1" dirty="0"/>
                <a:t>04</a:t>
              </a:r>
              <a:endParaRPr lang="en-US" sz="2800" b="1" i="1" dirty="0"/>
            </a:p>
          </p:txBody>
        </p:sp>
        <p:sp>
          <p:nvSpPr>
            <p:cNvPr id="85" name="文本框 84"/>
            <p:cNvSpPr txBox="1"/>
            <p:nvPr/>
          </p:nvSpPr>
          <p:spPr>
            <a:xfrm>
              <a:off x="7315200" y="1535480"/>
              <a:ext cx="800219" cy="305836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r>
                <a:rPr lang="en-US" altLang="zh-CN" b="1" dirty="0"/>
                <a:t>XXXX</a:t>
              </a:r>
              <a:endParaRPr lang="en-US" b="1" dirty="0"/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7315200" y="1831505"/>
              <a:ext cx="3535680" cy="43653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400" dirty="0"/>
                <a:t>XXXXXXXXXXXXXXXXXXXXXXXXXXXXXXXXXXXXXXXXXXXXXXXXXXXXXXXX</a:t>
              </a:r>
              <a:endParaRPr lang="en-US" sz="1400" dirty="0"/>
            </a:p>
          </p:txBody>
        </p:sp>
      </p:grp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dirty="0"/>
              <a:t>幻灯片内页版式</a:t>
            </a:r>
            <a:endParaRPr 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11536363" y="6356350"/>
            <a:ext cx="655637" cy="365125"/>
          </a:xfrm>
        </p:spPr>
        <p:txBody>
          <a:bodyPr/>
          <a:lstStyle/>
          <a:p>
            <a:fld id="{7CD79A82-DA6F-4DEA-814A-FD7C6FF9CD07}" type="slidenum">
              <a:rPr lang="en-US" smtClean="0"/>
              <a:t>1</a:t>
            </a:fld>
            <a:endParaRPr lang="en-US"/>
          </a:p>
        </p:txBody>
      </p:sp>
      <p:sp>
        <p:nvSpPr>
          <p:cNvPr id="96" name="任意多边形 95"/>
          <p:cNvSpPr/>
          <p:nvPr/>
        </p:nvSpPr>
        <p:spPr>
          <a:xfrm>
            <a:off x="581447" y="1378142"/>
            <a:ext cx="4709470" cy="4705007"/>
          </a:xfrm>
          <a:custGeom>
            <a:avLst/>
            <a:gdLst>
              <a:gd name="connsiteX0" fmla="*/ 2253019 w 4709470"/>
              <a:gd name="connsiteY0" fmla="*/ 0 h 4705007"/>
              <a:gd name="connsiteX1" fmla="*/ 2352349 w 4709470"/>
              <a:gd name="connsiteY1" fmla="*/ 171260 h 4705007"/>
              <a:gd name="connsiteX2" fmla="*/ 2451504 w 4709470"/>
              <a:gd name="connsiteY2" fmla="*/ 304 h 4705007"/>
              <a:gd name="connsiteX3" fmla="*/ 2593352 w 4709470"/>
              <a:gd name="connsiteY3" fmla="*/ 7467 h 4705007"/>
              <a:gd name="connsiteX4" fmla="*/ 4709470 w 4709470"/>
              <a:gd name="connsiteY4" fmla="*/ 2352417 h 4705007"/>
              <a:gd name="connsiteX5" fmla="*/ 2593352 w 4709470"/>
              <a:gd name="connsiteY5" fmla="*/ 4697368 h 4705007"/>
              <a:gd name="connsiteX6" fmla="*/ 2447850 w 4709470"/>
              <a:gd name="connsiteY6" fmla="*/ 4704715 h 4705007"/>
              <a:gd name="connsiteX7" fmla="*/ 2352350 w 4709470"/>
              <a:gd name="connsiteY7" fmla="*/ 4540059 h 4705007"/>
              <a:gd name="connsiteX8" fmla="*/ 2256680 w 4709470"/>
              <a:gd name="connsiteY8" fmla="*/ 4705007 h 4705007"/>
              <a:gd name="connsiteX9" fmla="*/ 2126219 w 4709470"/>
              <a:gd name="connsiteY9" fmla="*/ 4698830 h 4705007"/>
              <a:gd name="connsiteX10" fmla="*/ 7400 w 4709470"/>
              <a:gd name="connsiteY10" fmla="*/ 2593419 h 4705007"/>
              <a:gd name="connsiteX11" fmla="*/ 0 w 4709470"/>
              <a:gd name="connsiteY11" fmla="*/ 2446882 h 4705007"/>
              <a:gd name="connsiteX12" fmla="*/ 162870 w 4709470"/>
              <a:gd name="connsiteY12" fmla="*/ 2352418 h 4705007"/>
              <a:gd name="connsiteX13" fmla="*/ 0 w 4709470"/>
              <a:gd name="connsiteY13" fmla="*/ 2257953 h 4705007"/>
              <a:gd name="connsiteX14" fmla="*/ 7400 w 4709470"/>
              <a:gd name="connsiteY14" fmla="*/ 2111415 h 4705007"/>
              <a:gd name="connsiteX15" fmla="*/ 2126219 w 4709470"/>
              <a:gd name="connsiteY15" fmla="*/ 6004 h 4705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09470" h="4705007">
                <a:moveTo>
                  <a:pt x="2253019" y="0"/>
                </a:moveTo>
                <a:lnTo>
                  <a:pt x="2352349" y="171260"/>
                </a:lnTo>
                <a:lnTo>
                  <a:pt x="2451504" y="304"/>
                </a:lnTo>
                <a:lnTo>
                  <a:pt x="2593352" y="7467"/>
                </a:lnTo>
                <a:cubicBezTo>
                  <a:pt x="3781944" y="128175"/>
                  <a:pt x="4709470" y="1131979"/>
                  <a:pt x="4709470" y="2352417"/>
                </a:cubicBezTo>
                <a:cubicBezTo>
                  <a:pt x="4709470" y="3572856"/>
                  <a:pt x="3781944" y="4576660"/>
                  <a:pt x="2593352" y="4697368"/>
                </a:cubicBezTo>
                <a:lnTo>
                  <a:pt x="2447850" y="4704715"/>
                </a:lnTo>
                <a:lnTo>
                  <a:pt x="2352350" y="4540059"/>
                </a:lnTo>
                <a:lnTo>
                  <a:pt x="2256680" y="4705007"/>
                </a:lnTo>
                <a:lnTo>
                  <a:pt x="2126219" y="4698830"/>
                </a:lnTo>
                <a:cubicBezTo>
                  <a:pt x="1009886" y="4592577"/>
                  <a:pt x="120564" y="3707724"/>
                  <a:pt x="7400" y="2593419"/>
                </a:cubicBezTo>
                <a:lnTo>
                  <a:pt x="0" y="2446882"/>
                </a:lnTo>
                <a:lnTo>
                  <a:pt x="162870" y="2352418"/>
                </a:lnTo>
                <a:lnTo>
                  <a:pt x="0" y="2257953"/>
                </a:lnTo>
                <a:lnTo>
                  <a:pt x="7400" y="2111415"/>
                </a:lnTo>
                <a:cubicBezTo>
                  <a:pt x="120564" y="997111"/>
                  <a:pt x="1009886" y="112258"/>
                  <a:pt x="2126219" y="6004"/>
                </a:cubicBezTo>
                <a:close/>
              </a:path>
            </a:pathLst>
          </a:custGeom>
          <a:pattFill prst="pct60">
            <a:fgClr>
              <a:schemeClr val="bg1">
                <a:lumMod val="50000"/>
              </a:schemeClr>
            </a:fgClr>
            <a:bgClr>
              <a:schemeClr val="tx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椭圆 5"/>
          <p:cNvSpPr/>
          <p:nvPr/>
        </p:nvSpPr>
        <p:spPr>
          <a:xfrm>
            <a:off x="746954" y="1543715"/>
            <a:ext cx="4373686" cy="437368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椭圆 4"/>
          <p:cNvSpPr/>
          <p:nvPr/>
        </p:nvSpPr>
        <p:spPr>
          <a:xfrm>
            <a:off x="2004157" y="2800918"/>
            <a:ext cx="1859280" cy="185928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7" name="文本框 86"/>
          <p:cNvSpPr txBox="1"/>
          <p:nvPr/>
        </p:nvSpPr>
        <p:spPr>
          <a:xfrm>
            <a:off x="2270857" y="3067618"/>
            <a:ext cx="1325880" cy="1325880"/>
          </a:xfrm>
          <a:prstGeom prst="rect">
            <a:avLst/>
          </a:prstGeom>
          <a:noFill/>
        </p:spPr>
        <p:txBody>
          <a:bodyPr wrap="none" rtlCol="0">
            <a:prstTxWarp prst="textCircle">
              <a:avLst>
                <a:gd name="adj" fmla="val 12479829"/>
              </a:avLst>
            </a:prstTxWarp>
            <a:no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--------------------------------------------------------------------</a:t>
            </a:r>
          </a:p>
        </p:txBody>
      </p:sp>
      <p:sp>
        <p:nvSpPr>
          <p:cNvPr id="97" name="椭圆 96"/>
          <p:cNvSpPr/>
          <p:nvPr/>
        </p:nvSpPr>
        <p:spPr>
          <a:xfrm>
            <a:off x="2505456" y="3285744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17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XXX</a:t>
            </a:r>
          </a:p>
        </p:txBody>
      </p:sp>
      <p:sp>
        <p:nvSpPr>
          <p:cNvPr id="132" name="任意多边形 131"/>
          <p:cNvSpPr/>
          <p:nvPr/>
        </p:nvSpPr>
        <p:spPr>
          <a:xfrm>
            <a:off x="1001514" y="1826941"/>
            <a:ext cx="1879293" cy="2124456"/>
          </a:xfrm>
          <a:custGeom>
            <a:avLst/>
            <a:gdLst>
              <a:gd name="connsiteX0" fmla="*/ 1620962 w 1884428"/>
              <a:gd name="connsiteY0" fmla="*/ 0 h 2130262"/>
              <a:gd name="connsiteX1" fmla="*/ 1884428 w 1884428"/>
              <a:gd name="connsiteY1" fmla="*/ 344900 h 2130262"/>
              <a:gd name="connsiteX2" fmla="*/ 1611638 w 1884428"/>
              <a:gd name="connsiteY2" fmla="*/ 702007 h 2130262"/>
              <a:gd name="connsiteX3" fmla="*/ 1605028 w 1884428"/>
              <a:gd name="connsiteY3" fmla="*/ 703707 h 2130262"/>
              <a:gd name="connsiteX4" fmla="*/ 1605028 w 1884428"/>
              <a:gd name="connsiteY4" fmla="*/ 703706 h 2130262"/>
              <a:gd name="connsiteX5" fmla="*/ 1527631 w 1884428"/>
              <a:gd name="connsiteY5" fmla="*/ 723606 h 2130262"/>
              <a:gd name="connsiteX6" fmla="*/ 690220 w 1884428"/>
              <a:gd name="connsiteY6" fmla="*/ 1861847 h 2130262"/>
              <a:gd name="connsiteX7" fmla="*/ 714434 w 1884428"/>
              <a:gd name="connsiteY7" fmla="*/ 2102041 h 2130262"/>
              <a:gd name="connsiteX8" fmla="*/ 721690 w 1884428"/>
              <a:gd name="connsiteY8" fmla="*/ 2130262 h 2130262"/>
              <a:gd name="connsiteX9" fmla="*/ 370426 w 1884428"/>
              <a:gd name="connsiteY9" fmla="*/ 1861935 h 2130262"/>
              <a:gd name="connsiteX10" fmla="*/ 21089 w 1884428"/>
              <a:gd name="connsiteY10" fmla="*/ 2128790 h 2130262"/>
              <a:gd name="connsiteX11" fmla="*/ 9717 w 1884428"/>
              <a:gd name="connsiteY11" fmla="*/ 2054275 h 2130262"/>
              <a:gd name="connsiteX12" fmla="*/ 0 w 1884428"/>
              <a:gd name="connsiteY12" fmla="*/ 1861847 h 2130262"/>
              <a:gd name="connsiteX13" fmla="*/ 1502746 w 1884428"/>
              <a:gd name="connsiteY13" fmla="*/ 18040 h 2130262"/>
              <a:gd name="connsiteX14" fmla="*/ 1605028 w 1884428"/>
              <a:gd name="connsiteY14" fmla="*/ 2430 h 2130262"/>
              <a:gd name="connsiteX15" fmla="*/ 1605028 w 1884428"/>
              <a:gd name="connsiteY15" fmla="*/ 2431 h 2130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884428" h="2130262">
                <a:moveTo>
                  <a:pt x="1620962" y="0"/>
                </a:moveTo>
                <a:lnTo>
                  <a:pt x="1884428" y="344900"/>
                </a:lnTo>
                <a:lnTo>
                  <a:pt x="1611638" y="702007"/>
                </a:lnTo>
                <a:lnTo>
                  <a:pt x="1605028" y="703707"/>
                </a:lnTo>
                <a:lnTo>
                  <a:pt x="1605028" y="703706"/>
                </a:lnTo>
                <a:lnTo>
                  <a:pt x="1527631" y="723606"/>
                </a:lnTo>
                <a:cubicBezTo>
                  <a:pt x="1042478" y="874505"/>
                  <a:pt x="690220" y="1327039"/>
                  <a:pt x="690220" y="1861847"/>
                </a:cubicBezTo>
                <a:cubicBezTo>
                  <a:pt x="690220" y="1944125"/>
                  <a:pt x="698558" y="2024456"/>
                  <a:pt x="714434" y="2102041"/>
                </a:cubicBezTo>
                <a:lnTo>
                  <a:pt x="721690" y="2130262"/>
                </a:lnTo>
                <a:lnTo>
                  <a:pt x="370426" y="1861935"/>
                </a:lnTo>
                <a:lnTo>
                  <a:pt x="21089" y="2128790"/>
                </a:lnTo>
                <a:lnTo>
                  <a:pt x="9717" y="2054275"/>
                </a:lnTo>
                <a:cubicBezTo>
                  <a:pt x="3292" y="1991006"/>
                  <a:pt x="0" y="1926811"/>
                  <a:pt x="0" y="1861847"/>
                </a:cubicBezTo>
                <a:cubicBezTo>
                  <a:pt x="0" y="952351"/>
                  <a:pt x="645130" y="193534"/>
                  <a:pt x="1502746" y="18040"/>
                </a:cubicBezTo>
                <a:lnTo>
                  <a:pt x="1605028" y="2430"/>
                </a:lnTo>
                <a:lnTo>
                  <a:pt x="1605028" y="2431"/>
                </a:lnTo>
                <a:close/>
              </a:path>
            </a:pathLst>
          </a:custGeom>
          <a:solidFill>
            <a:srgbClr val="0047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1" name="任意多边形 130"/>
          <p:cNvSpPr/>
          <p:nvPr/>
        </p:nvSpPr>
        <p:spPr>
          <a:xfrm>
            <a:off x="2710747" y="1798321"/>
            <a:ext cx="2124776" cy="1876999"/>
          </a:xfrm>
          <a:custGeom>
            <a:avLst/>
            <a:gdLst>
              <a:gd name="connsiteX0" fmla="*/ 270405 w 2130583"/>
              <a:gd name="connsiteY0" fmla="*/ 0 h 1882130"/>
              <a:gd name="connsiteX1" fmla="*/ 2114212 w 2130583"/>
              <a:gd name="connsiteY1" fmla="*/ 1502746 h 1882130"/>
              <a:gd name="connsiteX2" fmla="*/ 2129471 w 2130583"/>
              <a:gd name="connsiteY2" fmla="*/ 1602730 h 1882130"/>
              <a:gd name="connsiteX3" fmla="*/ 2129471 w 2130583"/>
              <a:gd name="connsiteY3" fmla="*/ 1602730 h 1882130"/>
              <a:gd name="connsiteX4" fmla="*/ 2130583 w 2130583"/>
              <a:gd name="connsiteY4" fmla="*/ 1610017 h 1882130"/>
              <a:gd name="connsiteX5" fmla="*/ 1774363 w 2130583"/>
              <a:gd name="connsiteY5" fmla="*/ 1882130 h 1882130"/>
              <a:gd name="connsiteX6" fmla="*/ 1432686 w 2130583"/>
              <a:gd name="connsiteY6" fmla="*/ 1621127 h 1882130"/>
              <a:gd name="connsiteX7" fmla="*/ 1427956 w 2130583"/>
              <a:gd name="connsiteY7" fmla="*/ 1602731 h 1882130"/>
              <a:gd name="connsiteX8" fmla="*/ 1427956 w 2130583"/>
              <a:gd name="connsiteY8" fmla="*/ 1602731 h 1882130"/>
              <a:gd name="connsiteX9" fmla="*/ 1408646 w 2130583"/>
              <a:gd name="connsiteY9" fmla="*/ 1527631 h 1882130"/>
              <a:gd name="connsiteX10" fmla="*/ 270405 w 2130583"/>
              <a:gd name="connsiteY10" fmla="*/ 690220 h 1882130"/>
              <a:gd name="connsiteX11" fmla="*/ 30211 w 2130583"/>
              <a:gd name="connsiteY11" fmla="*/ 714434 h 1882130"/>
              <a:gd name="connsiteX12" fmla="*/ 0 w 2130583"/>
              <a:gd name="connsiteY12" fmla="*/ 722202 h 1882130"/>
              <a:gd name="connsiteX13" fmla="*/ 272790 w 2130583"/>
              <a:gd name="connsiteY13" fmla="*/ 365095 h 1882130"/>
              <a:gd name="connsiteX14" fmla="*/ 9324 w 2130583"/>
              <a:gd name="connsiteY14" fmla="*/ 20195 h 1882130"/>
              <a:gd name="connsiteX15" fmla="*/ 77977 w 2130583"/>
              <a:gd name="connsiteY15" fmla="*/ 9717 h 1882130"/>
              <a:gd name="connsiteX16" fmla="*/ 270405 w 2130583"/>
              <a:gd name="connsiteY16" fmla="*/ 0 h 1882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30583" h="1882130">
                <a:moveTo>
                  <a:pt x="270405" y="0"/>
                </a:moveTo>
                <a:cubicBezTo>
                  <a:pt x="1179901" y="0"/>
                  <a:pt x="1938718" y="645130"/>
                  <a:pt x="2114212" y="1502746"/>
                </a:cubicBezTo>
                <a:lnTo>
                  <a:pt x="2129471" y="1602730"/>
                </a:lnTo>
                <a:lnTo>
                  <a:pt x="2129471" y="1602730"/>
                </a:lnTo>
                <a:lnTo>
                  <a:pt x="2130583" y="1610017"/>
                </a:lnTo>
                <a:lnTo>
                  <a:pt x="1774363" y="1882130"/>
                </a:lnTo>
                <a:lnTo>
                  <a:pt x="1432686" y="1621127"/>
                </a:lnTo>
                <a:lnTo>
                  <a:pt x="1427956" y="1602731"/>
                </a:lnTo>
                <a:lnTo>
                  <a:pt x="1427956" y="1602731"/>
                </a:lnTo>
                <a:lnTo>
                  <a:pt x="1408646" y="1527631"/>
                </a:lnTo>
                <a:cubicBezTo>
                  <a:pt x="1257748" y="1042478"/>
                  <a:pt x="805214" y="690220"/>
                  <a:pt x="270405" y="690220"/>
                </a:cubicBezTo>
                <a:cubicBezTo>
                  <a:pt x="188127" y="690220"/>
                  <a:pt x="107796" y="698558"/>
                  <a:pt x="30211" y="714434"/>
                </a:cubicBezTo>
                <a:lnTo>
                  <a:pt x="0" y="722202"/>
                </a:lnTo>
                <a:lnTo>
                  <a:pt x="272790" y="365095"/>
                </a:lnTo>
                <a:lnTo>
                  <a:pt x="9324" y="20195"/>
                </a:lnTo>
                <a:lnTo>
                  <a:pt x="77977" y="9717"/>
                </a:lnTo>
                <a:cubicBezTo>
                  <a:pt x="141246" y="3292"/>
                  <a:pt x="205441" y="0"/>
                  <a:pt x="270405" y="0"/>
                </a:cubicBezTo>
                <a:close/>
              </a:path>
            </a:pathLst>
          </a:custGeom>
          <a:solidFill>
            <a:srgbClr val="FEB32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4" name="任意多边形 133"/>
          <p:cNvSpPr/>
          <p:nvPr/>
        </p:nvSpPr>
        <p:spPr>
          <a:xfrm>
            <a:off x="2991453" y="3505959"/>
            <a:ext cx="1874535" cy="2126513"/>
          </a:xfrm>
          <a:custGeom>
            <a:avLst/>
            <a:gdLst>
              <a:gd name="connsiteX0" fmla="*/ 1857793 w 1879658"/>
              <a:gd name="connsiteY0" fmla="*/ 0 h 2132326"/>
              <a:gd name="connsiteX1" fmla="*/ 1869941 w 1879658"/>
              <a:gd name="connsiteY1" fmla="*/ 79597 h 2132326"/>
              <a:gd name="connsiteX2" fmla="*/ 1879658 w 1879658"/>
              <a:gd name="connsiteY2" fmla="*/ 272025 h 2132326"/>
              <a:gd name="connsiteX3" fmla="*/ 376912 w 1879658"/>
              <a:gd name="connsiteY3" fmla="*/ 2115832 h 2132326"/>
              <a:gd name="connsiteX4" fmla="*/ 279400 w 1879658"/>
              <a:gd name="connsiteY4" fmla="*/ 2130714 h 2132326"/>
              <a:gd name="connsiteX5" fmla="*/ 279400 w 1879658"/>
              <a:gd name="connsiteY5" fmla="*/ 2130715 h 2132326"/>
              <a:gd name="connsiteX6" fmla="*/ 268847 w 1879658"/>
              <a:gd name="connsiteY6" fmla="*/ 2132326 h 2132326"/>
              <a:gd name="connsiteX7" fmla="*/ 0 w 1879658"/>
              <a:gd name="connsiteY7" fmla="*/ 1780381 h 2132326"/>
              <a:gd name="connsiteX8" fmla="*/ 265788 w 1879658"/>
              <a:gd name="connsiteY8" fmla="*/ 1432441 h 2132326"/>
              <a:gd name="connsiteX9" fmla="*/ 279400 w 1879658"/>
              <a:gd name="connsiteY9" fmla="*/ 1428941 h 2132326"/>
              <a:gd name="connsiteX10" fmla="*/ 279400 w 1879658"/>
              <a:gd name="connsiteY10" fmla="*/ 1428940 h 2132326"/>
              <a:gd name="connsiteX11" fmla="*/ 352027 w 1879658"/>
              <a:gd name="connsiteY11" fmla="*/ 1410266 h 2132326"/>
              <a:gd name="connsiteX12" fmla="*/ 1189438 w 1879658"/>
              <a:gd name="connsiteY12" fmla="*/ 272025 h 2132326"/>
              <a:gd name="connsiteX13" fmla="*/ 1165224 w 1879658"/>
              <a:gd name="connsiteY13" fmla="*/ 31831 h 2132326"/>
              <a:gd name="connsiteX14" fmla="*/ 1159896 w 1879658"/>
              <a:gd name="connsiteY14" fmla="*/ 11110 h 2132326"/>
              <a:gd name="connsiteX15" fmla="*/ 1501573 w 1879658"/>
              <a:gd name="connsiteY15" fmla="*/ 272113 h 2132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879658" h="2132326">
                <a:moveTo>
                  <a:pt x="1857793" y="0"/>
                </a:moveTo>
                <a:lnTo>
                  <a:pt x="1869941" y="79597"/>
                </a:lnTo>
                <a:cubicBezTo>
                  <a:pt x="1876367" y="142866"/>
                  <a:pt x="1879658" y="207061"/>
                  <a:pt x="1879658" y="272025"/>
                </a:cubicBezTo>
                <a:cubicBezTo>
                  <a:pt x="1879658" y="1181521"/>
                  <a:pt x="1234528" y="1940338"/>
                  <a:pt x="376912" y="2115832"/>
                </a:cubicBezTo>
                <a:lnTo>
                  <a:pt x="279400" y="2130714"/>
                </a:lnTo>
                <a:lnTo>
                  <a:pt x="279400" y="2130715"/>
                </a:lnTo>
                <a:lnTo>
                  <a:pt x="268847" y="2132326"/>
                </a:lnTo>
                <a:lnTo>
                  <a:pt x="0" y="1780381"/>
                </a:lnTo>
                <a:lnTo>
                  <a:pt x="265788" y="1432441"/>
                </a:lnTo>
                <a:lnTo>
                  <a:pt x="279400" y="1428941"/>
                </a:lnTo>
                <a:lnTo>
                  <a:pt x="279400" y="1428940"/>
                </a:lnTo>
                <a:lnTo>
                  <a:pt x="352027" y="1410266"/>
                </a:lnTo>
                <a:cubicBezTo>
                  <a:pt x="837181" y="1259368"/>
                  <a:pt x="1189438" y="806834"/>
                  <a:pt x="1189438" y="272025"/>
                </a:cubicBezTo>
                <a:cubicBezTo>
                  <a:pt x="1189438" y="189747"/>
                  <a:pt x="1181101" y="109416"/>
                  <a:pt x="1165224" y="31831"/>
                </a:cubicBezTo>
                <a:lnTo>
                  <a:pt x="1159896" y="11110"/>
                </a:lnTo>
                <a:lnTo>
                  <a:pt x="1501573" y="272113"/>
                </a:lnTo>
                <a:close/>
              </a:path>
            </a:pathLst>
          </a:custGeom>
          <a:solidFill>
            <a:srgbClr val="CCDA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3" name="任意多边形 132"/>
          <p:cNvSpPr/>
          <p:nvPr/>
        </p:nvSpPr>
        <p:spPr>
          <a:xfrm>
            <a:off x="1031070" y="3785967"/>
            <a:ext cx="2126375" cy="1876826"/>
          </a:xfrm>
          <a:custGeom>
            <a:avLst/>
            <a:gdLst>
              <a:gd name="connsiteX0" fmla="*/ 1916 w 2132187"/>
              <a:gd name="connsiteY0" fmla="*/ 279401 h 1881956"/>
              <a:gd name="connsiteX1" fmla="*/ 703449 w 2132187"/>
              <a:gd name="connsiteY1" fmla="*/ 279401 h 1881956"/>
              <a:gd name="connsiteX2" fmla="*/ 722714 w 2132187"/>
              <a:gd name="connsiteY2" fmla="*/ 354325 h 1881956"/>
              <a:gd name="connsiteX3" fmla="*/ 1860955 w 2132187"/>
              <a:gd name="connsiteY3" fmla="*/ 1191736 h 1881956"/>
              <a:gd name="connsiteX4" fmla="*/ 2101149 w 2132187"/>
              <a:gd name="connsiteY4" fmla="*/ 1167522 h 1881956"/>
              <a:gd name="connsiteX5" fmla="*/ 2129128 w 2132187"/>
              <a:gd name="connsiteY5" fmla="*/ 1160328 h 1881956"/>
              <a:gd name="connsiteX6" fmla="*/ 1863340 w 2132187"/>
              <a:gd name="connsiteY6" fmla="*/ 1508268 h 1881956"/>
              <a:gd name="connsiteX7" fmla="*/ 2132187 w 2132187"/>
              <a:gd name="connsiteY7" fmla="*/ 1860213 h 1881956"/>
              <a:gd name="connsiteX8" fmla="*/ 2053383 w 2132187"/>
              <a:gd name="connsiteY8" fmla="*/ 1872239 h 1881956"/>
              <a:gd name="connsiteX9" fmla="*/ 1860955 w 2132187"/>
              <a:gd name="connsiteY9" fmla="*/ 1881956 h 1881956"/>
              <a:gd name="connsiteX10" fmla="*/ 17148 w 2132187"/>
              <a:gd name="connsiteY10" fmla="*/ 379210 h 1881956"/>
              <a:gd name="connsiteX11" fmla="*/ 349337 w 2132187"/>
              <a:gd name="connsiteY11" fmla="*/ 0 h 1881956"/>
              <a:gd name="connsiteX12" fmla="*/ 700601 w 2132187"/>
              <a:gd name="connsiteY12" fmla="*/ 268327 h 1881956"/>
              <a:gd name="connsiteX13" fmla="*/ 703448 w 2132187"/>
              <a:gd name="connsiteY13" fmla="*/ 279400 h 1881956"/>
              <a:gd name="connsiteX14" fmla="*/ 1915 w 2132187"/>
              <a:gd name="connsiteY14" fmla="*/ 279400 h 1881956"/>
              <a:gd name="connsiteX15" fmla="*/ 0 w 2132187"/>
              <a:gd name="connsiteY15" fmla="*/ 266855 h 188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32187" h="1881956">
                <a:moveTo>
                  <a:pt x="1916" y="279401"/>
                </a:moveTo>
                <a:lnTo>
                  <a:pt x="703449" y="279401"/>
                </a:lnTo>
                <a:lnTo>
                  <a:pt x="722714" y="354325"/>
                </a:lnTo>
                <a:cubicBezTo>
                  <a:pt x="873612" y="839479"/>
                  <a:pt x="1326147" y="1191736"/>
                  <a:pt x="1860955" y="1191736"/>
                </a:cubicBezTo>
                <a:cubicBezTo>
                  <a:pt x="1943233" y="1191736"/>
                  <a:pt x="2023564" y="1183399"/>
                  <a:pt x="2101149" y="1167522"/>
                </a:cubicBezTo>
                <a:lnTo>
                  <a:pt x="2129128" y="1160328"/>
                </a:lnTo>
                <a:lnTo>
                  <a:pt x="1863340" y="1508268"/>
                </a:lnTo>
                <a:lnTo>
                  <a:pt x="2132187" y="1860213"/>
                </a:lnTo>
                <a:lnTo>
                  <a:pt x="2053383" y="1872239"/>
                </a:lnTo>
                <a:cubicBezTo>
                  <a:pt x="1990114" y="1878665"/>
                  <a:pt x="1925919" y="1881956"/>
                  <a:pt x="1860955" y="1881956"/>
                </a:cubicBezTo>
                <a:cubicBezTo>
                  <a:pt x="951459" y="1881956"/>
                  <a:pt x="192642" y="1236826"/>
                  <a:pt x="17148" y="379210"/>
                </a:cubicBezTo>
                <a:close/>
                <a:moveTo>
                  <a:pt x="349337" y="0"/>
                </a:moveTo>
                <a:lnTo>
                  <a:pt x="700601" y="268327"/>
                </a:lnTo>
                <a:lnTo>
                  <a:pt x="703448" y="279400"/>
                </a:lnTo>
                <a:lnTo>
                  <a:pt x="1915" y="279400"/>
                </a:lnTo>
                <a:lnTo>
                  <a:pt x="0" y="266855"/>
                </a:lnTo>
                <a:close/>
              </a:path>
            </a:pathLst>
          </a:custGeom>
          <a:solidFill>
            <a:srgbClr val="6691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7" name="文本框 136"/>
          <p:cNvSpPr txBox="1"/>
          <p:nvPr/>
        </p:nvSpPr>
        <p:spPr>
          <a:xfrm>
            <a:off x="3810377" y="2498603"/>
            <a:ext cx="646331" cy="36933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XXX</a:t>
            </a:r>
          </a:p>
        </p:txBody>
      </p:sp>
      <p:sp>
        <p:nvSpPr>
          <p:cNvPr id="138" name="文本框 137"/>
          <p:cNvSpPr txBox="1"/>
          <p:nvPr/>
        </p:nvSpPr>
        <p:spPr>
          <a:xfrm>
            <a:off x="1410887" y="2498603"/>
            <a:ext cx="646331" cy="36933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XXX</a:t>
            </a:r>
          </a:p>
        </p:txBody>
      </p:sp>
      <p:sp>
        <p:nvSpPr>
          <p:cNvPr id="139" name="文本框 138"/>
          <p:cNvSpPr txBox="1"/>
          <p:nvPr/>
        </p:nvSpPr>
        <p:spPr>
          <a:xfrm>
            <a:off x="3810377" y="4624313"/>
            <a:ext cx="646331" cy="36933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b="1" dirty="0"/>
              <a:t>XXX</a:t>
            </a:r>
          </a:p>
        </p:txBody>
      </p:sp>
      <p:sp>
        <p:nvSpPr>
          <p:cNvPr id="140" name="文本框 139"/>
          <p:cNvSpPr txBox="1"/>
          <p:nvPr/>
        </p:nvSpPr>
        <p:spPr>
          <a:xfrm>
            <a:off x="1410887" y="4624313"/>
            <a:ext cx="646331" cy="36933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b="1" dirty="0"/>
              <a:t>XXX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GJhYzAxODk1NzdiYTY1ZjE3MTQ4ZjE4MTk5OTRmYzMifQ=="/>
</p:tagLst>
</file>

<file path=ppt/theme/theme1.xml><?xml version="1.0" encoding="utf-8"?>
<a:theme xmlns:a="http://schemas.openxmlformats.org/drawingml/2006/main" name="1_Office 主题​​">
  <a:themeElements>
    <a:clrScheme name="时尚蓝黄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47FF"/>
      </a:accent1>
      <a:accent2>
        <a:srgbClr val="FEB32C"/>
      </a:accent2>
      <a:accent3>
        <a:srgbClr val="FFC000"/>
      </a:accent3>
      <a:accent4>
        <a:srgbClr val="113975"/>
      </a:accent4>
      <a:accent5>
        <a:srgbClr val="080A2B"/>
      </a:accent5>
      <a:accent6>
        <a:srgbClr val="0BA59C"/>
      </a:accent6>
      <a:hlink>
        <a:srgbClr val="0563C1"/>
      </a:hlink>
      <a:folHlink>
        <a:srgbClr val="954F72"/>
      </a:folHlink>
    </a:clrScheme>
    <a:fontScheme name="ogisx1pb">
      <a:majorFont>
        <a:latin typeface="Arial"/>
        <a:ea typeface="阿里巴巴普惠体 M"/>
        <a:cs typeface=""/>
      </a:majorFont>
      <a:minorFont>
        <a:latin typeface="Arial"/>
        <a:ea typeface="阿里巴巴普惠体 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宽屏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阿里巴巴普惠体 B</vt:lpstr>
      <vt:lpstr>等线</vt:lpstr>
      <vt:lpstr>Arial</vt:lpstr>
      <vt:lpstr>1_Office 主题​​</vt:lpstr>
      <vt:lpstr>幻灯片内页版式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26553BA434F94A0387F0181433CD467D</vt:lpwstr>
  </property>
  <property fmtid="{D5CDD505-2E9C-101B-9397-08002B2CF9AE}" pid="3" name="KSOProductBuildVer">
    <vt:lpwstr>2052-11.1.0.11830</vt:lpwstr>
  </property>
</Properties>
</file>