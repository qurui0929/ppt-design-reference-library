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31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B32C"/>
    <a:srgbClr val="0047FF"/>
    <a:srgbClr val="6691FF"/>
    <a:srgbClr val="CCDAFF"/>
    <a:srgbClr val="BABABA"/>
    <a:srgbClr val="8FC0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648" y="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23E440-D17D-4DA4-A5AD-82F3EB61E2A9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D8B05-958A-4CAD-AE34-AC88CBBBC5D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2988" y="242483"/>
            <a:ext cx="11266026" cy="578454"/>
          </a:xfrm>
        </p:spPr>
        <p:txBody>
          <a:bodyPr lIns="0" tIns="0" rIns="0" bIns="0">
            <a:noAutofit/>
          </a:bodyPr>
          <a:lstStyle>
            <a:lvl1pPr>
              <a:defRPr sz="2800" b="0">
                <a:solidFill>
                  <a:schemeClr val="tx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131260" y="6356350"/>
            <a:ext cx="655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D79A82-DA6F-4DEA-814A-FD7C6FF9CD0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48020E0-1C4F-4D89-9FD1-EC2E5B71218B}" type="slidenum">
              <a:rPr kumimoji="0" lang="en-US" sz="12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t>‹#›</a:t>
            </a:fld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组合 117"/>
          <p:cNvGrpSpPr/>
          <p:nvPr/>
        </p:nvGrpSpPr>
        <p:grpSpPr>
          <a:xfrm flipH="1">
            <a:off x="7504565" y="2290215"/>
            <a:ext cx="1624519" cy="3410031"/>
            <a:chOff x="3054485" y="1848255"/>
            <a:chExt cx="1624519" cy="3410031"/>
          </a:xfrm>
        </p:grpSpPr>
        <p:sp>
          <p:nvSpPr>
            <p:cNvPr id="119" name="任意多边形 118"/>
            <p:cNvSpPr/>
            <p:nvPr/>
          </p:nvSpPr>
          <p:spPr>
            <a:xfrm>
              <a:off x="3054485" y="1848255"/>
              <a:ext cx="1624519" cy="369651"/>
            </a:xfrm>
            <a:custGeom>
              <a:avLst/>
              <a:gdLst>
                <a:gd name="connsiteX0" fmla="*/ 1624519 w 1624519"/>
                <a:gd name="connsiteY0" fmla="*/ 369651 h 369651"/>
                <a:gd name="connsiteX1" fmla="*/ 291830 w 1624519"/>
                <a:gd name="connsiteY1" fmla="*/ 369651 h 369651"/>
                <a:gd name="connsiteX2" fmla="*/ 0 w 1624519"/>
                <a:gd name="connsiteY2" fmla="*/ 0 h 36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4519" h="369651">
                  <a:moveTo>
                    <a:pt x="1624519" y="369651"/>
                  </a:moveTo>
                  <a:lnTo>
                    <a:pt x="291830" y="369651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任意多边形 119"/>
            <p:cNvSpPr/>
            <p:nvPr/>
          </p:nvSpPr>
          <p:spPr>
            <a:xfrm>
              <a:off x="3070860" y="2964180"/>
              <a:ext cx="525780" cy="0"/>
            </a:xfrm>
            <a:custGeom>
              <a:avLst/>
              <a:gdLst>
                <a:gd name="connsiteX0" fmla="*/ 525780 w 525780"/>
                <a:gd name="connsiteY0" fmla="*/ 0 h 0"/>
                <a:gd name="connsiteX1" fmla="*/ 0 w 52578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5780">
                  <a:moveTo>
                    <a:pt x="525780" y="0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任意多边形 120"/>
            <p:cNvSpPr/>
            <p:nvPr/>
          </p:nvSpPr>
          <p:spPr>
            <a:xfrm>
              <a:off x="3070860" y="4130040"/>
              <a:ext cx="525780" cy="0"/>
            </a:xfrm>
            <a:custGeom>
              <a:avLst/>
              <a:gdLst>
                <a:gd name="connsiteX0" fmla="*/ 525780 w 525780"/>
                <a:gd name="connsiteY0" fmla="*/ 0 h 0"/>
                <a:gd name="connsiteX1" fmla="*/ 0 w 52578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5780">
                  <a:moveTo>
                    <a:pt x="525780" y="0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任意多边形 121"/>
            <p:cNvSpPr/>
            <p:nvPr/>
          </p:nvSpPr>
          <p:spPr>
            <a:xfrm flipV="1">
              <a:off x="3054485" y="4888635"/>
              <a:ext cx="1624519" cy="369651"/>
            </a:xfrm>
            <a:custGeom>
              <a:avLst/>
              <a:gdLst>
                <a:gd name="connsiteX0" fmla="*/ 1624519 w 1624519"/>
                <a:gd name="connsiteY0" fmla="*/ 369651 h 369651"/>
                <a:gd name="connsiteX1" fmla="*/ 291830 w 1624519"/>
                <a:gd name="connsiteY1" fmla="*/ 369651 h 369651"/>
                <a:gd name="connsiteX2" fmla="*/ 0 w 1624519"/>
                <a:gd name="connsiteY2" fmla="*/ 0 h 36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4519" h="369651">
                  <a:moveTo>
                    <a:pt x="1624519" y="369651"/>
                  </a:moveTo>
                  <a:lnTo>
                    <a:pt x="291830" y="369651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标题 4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幻灯片内页版式</a:t>
            </a:r>
            <a:endParaRPr lang="en-US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11536363" y="6356350"/>
            <a:ext cx="655637" cy="365125"/>
          </a:xfrm>
        </p:spPr>
        <p:txBody>
          <a:bodyPr/>
          <a:lstStyle/>
          <a:p>
            <a:fld id="{7CD79A82-DA6F-4DEA-814A-FD7C6FF9CD07}" type="slidenum">
              <a:rPr lang="en-US" smtClean="0"/>
              <a:t>1</a:t>
            </a:fld>
            <a:endParaRPr lang="en-US"/>
          </a:p>
        </p:txBody>
      </p:sp>
      <p:sp>
        <p:nvSpPr>
          <p:cNvPr id="131" name="任意多边形 130"/>
          <p:cNvSpPr/>
          <p:nvPr/>
        </p:nvSpPr>
        <p:spPr>
          <a:xfrm>
            <a:off x="4766543" y="2981104"/>
            <a:ext cx="539318" cy="539425"/>
          </a:xfrm>
          <a:custGeom>
            <a:avLst/>
            <a:gdLst>
              <a:gd name="connsiteX0" fmla="*/ 257615 w 539318"/>
              <a:gd name="connsiteY0" fmla="*/ 0 h 539425"/>
              <a:gd name="connsiteX1" fmla="*/ 478532 w 539318"/>
              <a:gd name="connsiteY1" fmla="*/ 22270 h 539425"/>
              <a:gd name="connsiteX2" fmla="*/ 539318 w 539318"/>
              <a:gd name="connsiteY2" fmla="*/ 37900 h 539425"/>
              <a:gd name="connsiteX3" fmla="*/ 312542 w 539318"/>
              <a:gd name="connsiteY3" fmla="*/ 539425 h 539425"/>
              <a:gd name="connsiteX4" fmla="*/ 213008 w 539318"/>
              <a:gd name="connsiteY4" fmla="*/ 516485 h 539425"/>
              <a:gd name="connsiteX5" fmla="*/ 46072 w 539318"/>
              <a:gd name="connsiteY5" fmla="*/ 503855 h 539425"/>
              <a:gd name="connsiteX6" fmla="*/ 0 w 539318"/>
              <a:gd name="connsiteY6" fmla="*/ 506472 h 539425"/>
              <a:gd name="connsiteX7" fmla="*/ 228429 w 539318"/>
              <a:gd name="connsiteY7" fmla="*/ 1290 h 539425"/>
              <a:gd name="connsiteX8" fmla="*/ 257615 w 539318"/>
              <a:gd name="connsiteY8" fmla="*/ 0 h 539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9318" h="539425">
                <a:moveTo>
                  <a:pt x="257615" y="0"/>
                </a:moveTo>
                <a:cubicBezTo>
                  <a:pt x="333290" y="0"/>
                  <a:pt x="407174" y="7669"/>
                  <a:pt x="478532" y="22270"/>
                </a:cubicBezTo>
                <a:lnTo>
                  <a:pt x="539318" y="37900"/>
                </a:lnTo>
                <a:lnTo>
                  <a:pt x="312542" y="539425"/>
                </a:lnTo>
                <a:lnTo>
                  <a:pt x="213008" y="516485"/>
                </a:lnTo>
                <a:cubicBezTo>
                  <a:pt x="158577" y="508169"/>
                  <a:pt x="102828" y="503855"/>
                  <a:pt x="46072" y="503855"/>
                </a:cubicBezTo>
                <a:lnTo>
                  <a:pt x="0" y="506472"/>
                </a:lnTo>
                <a:lnTo>
                  <a:pt x="228429" y="1290"/>
                </a:lnTo>
                <a:lnTo>
                  <a:pt x="257615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46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0" name="任意多边形 129"/>
          <p:cNvSpPr/>
          <p:nvPr/>
        </p:nvSpPr>
        <p:spPr>
          <a:xfrm>
            <a:off x="6918064" y="4440346"/>
            <a:ext cx="531719" cy="583754"/>
          </a:xfrm>
          <a:custGeom>
            <a:avLst/>
            <a:gdLst>
              <a:gd name="connsiteX0" fmla="*/ 233267 w 531719"/>
              <a:gd name="connsiteY0" fmla="*/ 0 h 583754"/>
              <a:gd name="connsiteX1" fmla="*/ 296708 w 531719"/>
              <a:gd name="connsiteY1" fmla="*/ 24997 h 583754"/>
              <a:gd name="connsiteX2" fmla="*/ 434536 w 531719"/>
              <a:gd name="connsiteY2" fmla="*/ 56761 h 583754"/>
              <a:gd name="connsiteX3" fmla="*/ 531719 w 531719"/>
              <a:gd name="connsiteY3" fmla="*/ 64114 h 583754"/>
              <a:gd name="connsiteX4" fmla="*/ 296752 w 531719"/>
              <a:gd name="connsiteY4" fmla="*/ 583754 h 583754"/>
              <a:gd name="connsiteX5" fmla="*/ 262845 w 531719"/>
              <a:gd name="connsiteY5" fmla="*/ 582042 h 583754"/>
              <a:gd name="connsiteX6" fmla="*/ 77473 w 531719"/>
              <a:gd name="connsiteY6" fmla="*/ 544236 h 583754"/>
              <a:gd name="connsiteX7" fmla="*/ 0 w 531719"/>
              <a:gd name="connsiteY7" fmla="*/ 515881 h 583754"/>
              <a:gd name="connsiteX8" fmla="*/ 233267 w 531719"/>
              <a:gd name="connsiteY8" fmla="*/ 0 h 583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1719" h="583754">
                <a:moveTo>
                  <a:pt x="233267" y="0"/>
                </a:moveTo>
                <a:lnTo>
                  <a:pt x="296708" y="24997"/>
                </a:lnTo>
                <a:cubicBezTo>
                  <a:pt x="341330" y="38875"/>
                  <a:pt x="387362" y="49553"/>
                  <a:pt x="434536" y="56761"/>
                </a:cubicBezTo>
                <a:lnTo>
                  <a:pt x="531719" y="64114"/>
                </a:lnTo>
                <a:lnTo>
                  <a:pt x="296752" y="583754"/>
                </a:lnTo>
                <a:lnTo>
                  <a:pt x="262845" y="582042"/>
                </a:lnTo>
                <a:cubicBezTo>
                  <a:pt x="198972" y="575556"/>
                  <a:pt x="136969" y="562742"/>
                  <a:pt x="77473" y="544236"/>
                </a:cubicBezTo>
                <a:lnTo>
                  <a:pt x="0" y="515881"/>
                </a:lnTo>
                <a:lnTo>
                  <a:pt x="233267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accent2">
                  <a:alpha val="46000"/>
                </a:schemeClr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8" name="任意多边形 127"/>
          <p:cNvSpPr/>
          <p:nvPr/>
        </p:nvSpPr>
        <p:spPr>
          <a:xfrm>
            <a:off x="3940749" y="2982394"/>
            <a:ext cx="1054223" cy="936247"/>
          </a:xfrm>
          <a:custGeom>
            <a:avLst/>
            <a:gdLst>
              <a:gd name="connsiteX0" fmla="*/ 1054223 w 1054223"/>
              <a:gd name="connsiteY0" fmla="*/ 0 h 936247"/>
              <a:gd name="connsiteX1" fmla="*/ 825794 w 1054223"/>
              <a:gd name="connsiteY1" fmla="*/ 505182 h 936247"/>
              <a:gd name="connsiteX2" fmla="*/ 745995 w 1054223"/>
              <a:gd name="connsiteY2" fmla="*/ 509713 h 936247"/>
              <a:gd name="connsiteX3" fmla="*/ 26005 w 1054223"/>
              <a:gd name="connsiteY3" fmla="*/ 901471 h 936247"/>
              <a:gd name="connsiteX4" fmla="*/ 0 w 1054223"/>
              <a:gd name="connsiteY4" fmla="*/ 936247 h 936247"/>
              <a:gd name="connsiteX5" fmla="*/ 9506 w 1054223"/>
              <a:gd name="connsiteY5" fmla="*/ 873966 h 936247"/>
              <a:gd name="connsiteX6" fmla="*/ 985176 w 1054223"/>
              <a:gd name="connsiteY6" fmla="*/ 3052 h 936247"/>
              <a:gd name="connsiteX7" fmla="*/ 1054223 w 1054223"/>
              <a:gd name="connsiteY7" fmla="*/ 0 h 936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4223" h="936247">
                <a:moveTo>
                  <a:pt x="1054223" y="0"/>
                </a:moveTo>
                <a:lnTo>
                  <a:pt x="825794" y="505182"/>
                </a:lnTo>
                <a:lnTo>
                  <a:pt x="745995" y="509713"/>
                </a:lnTo>
                <a:cubicBezTo>
                  <a:pt x="456875" y="542767"/>
                  <a:pt x="201928" y="688303"/>
                  <a:pt x="26005" y="901471"/>
                </a:cubicBezTo>
                <a:lnTo>
                  <a:pt x="0" y="936247"/>
                </a:lnTo>
                <a:lnTo>
                  <a:pt x="9506" y="873966"/>
                </a:lnTo>
                <a:cubicBezTo>
                  <a:pt x="105331" y="405678"/>
                  <a:pt x="499766" y="46162"/>
                  <a:pt x="985176" y="3052"/>
                </a:cubicBezTo>
                <a:lnTo>
                  <a:pt x="105422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7" name="任意多边形 126"/>
          <p:cNvSpPr/>
          <p:nvPr/>
        </p:nvSpPr>
        <p:spPr>
          <a:xfrm>
            <a:off x="5079085" y="3019003"/>
            <a:ext cx="2072246" cy="1937224"/>
          </a:xfrm>
          <a:custGeom>
            <a:avLst/>
            <a:gdLst>
              <a:gd name="connsiteX0" fmla="*/ 226776 w 2072246"/>
              <a:gd name="connsiteY0" fmla="*/ 0 h 1937224"/>
              <a:gd name="connsiteX1" fmla="*/ 271041 w 2072246"/>
              <a:gd name="connsiteY1" fmla="*/ 11382 h 1937224"/>
              <a:gd name="connsiteX2" fmla="*/ 720184 w 2072246"/>
              <a:gd name="connsiteY2" fmla="*/ 283162 h 1937224"/>
              <a:gd name="connsiteX3" fmla="*/ 735301 w 2072246"/>
              <a:gd name="connsiteY3" fmla="*/ 299795 h 1937224"/>
              <a:gd name="connsiteX4" fmla="*/ 735301 w 2072246"/>
              <a:gd name="connsiteY4" fmla="*/ 299794 h 1937224"/>
              <a:gd name="connsiteX5" fmla="*/ 736770 w 2072246"/>
              <a:gd name="connsiteY5" fmla="*/ 298163 h 1937224"/>
              <a:gd name="connsiteX6" fmla="*/ 1286955 w 2072246"/>
              <a:gd name="connsiteY6" fmla="*/ 794037 h 1937224"/>
              <a:gd name="connsiteX7" fmla="*/ 1286955 w 2072246"/>
              <a:gd name="connsiteY7" fmla="*/ 794038 h 1937224"/>
              <a:gd name="connsiteX8" fmla="*/ 1737932 w 2072246"/>
              <a:gd name="connsiteY8" fmla="*/ 1200497 h 1937224"/>
              <a:gd name="connsiteX9" fmla="*/ 1746429 w 2072246"/>
              <a:gd name="connsiteY9" fmla="*/ 1210796 h 1937224"/>
              <a:gd name="connsiteX10" fmla="*/ 1781076 w 2072246"/>
              <a:gd name="connsiteY10" fmla="*/ 1239382 h 1937224"/>
              <a:gd name="connsiteX11" fmla="*/ 1887029 w 2072246"/>
              <a:gd name="connsiteY11" fmla="*/ 1326802 h 1937224"/>
              <a:gd name="connsiteX12" fmla="*/ 2006321 w 2072246"/>
              <a:gd name="connsiteY12" fmla="*/ 1395368 h 1937224"/>
              <a:gd name="connsiteX13" fmla="*/ 2072246 w 2072246"/>
              <a:gd name="connsiteY13" fmla="*/ 1421343 h 1937224"/>
              <a:gd name="connsiteX14" fmla="*/ 1838979 w 2072246"/>
              <a:gd name="connsiteY14" fmla="*/ 1937224 h 1937224"/>
              <a:gd name="connsiteX15" fmla="*/ 1829169 w 2072246"/>
              <a:gd name="connsiteY15" fmla="*/ 1933633 h 1937224"/>
              <a:gd name="connsiteX16" fmla="*/ 1527195 w 2072246"/>
              <a:gd name="connsiteY16" fmla="*/ 1730037 h 1937224"/>
              <a:gd name="connsiteX17" fmla="*/ 1022810 w 2072246"/>
              <a:gd name="connsiteY17" fmla="*/ 1254059 h 1937224"/>
              <a:gd name="connsiteX18" fmla="*/ 526874 w 2072246"/>
              <a:gd name="connsiteY18" fmla="*/ 807076 h 1937224"/>
              <a:gd name="connsiteX19" fmla="*/ 508642 w 2072246"/>
              <a:gd name="connsiteY19" fmla="*/ 787016 h 1937224"/>
              <a:gd name="connsiteX20" fmla="*/ 430798 w 2072246"/>
              <a:gd name="connsiteY20" fmla="*/ 716267 h 1937224"/>
              <a:gd name="connsiteX21" fmla="*/ 403322 w 2072246"/>
              <a:gd name="connsiteY21" fmla="*/ 695721 h 1937224"/>
              <a:gd name="connsiteX22" fmla="*/ 389603 w 2072246"/>
              <a:gd name="connsiteY22" fmla="*/ 683356 h 1937224"/>
              <a:gd name="connsiteX23" fmla="*/ 389602 w 2072246"/>
              <a:gd name="connsiteY23" fmla="*/ 683356 h 1937224"/>
              <a:gd name="connsiteX24" fmla="*/ 403322 w 2072246"/>
              <a:gd name="connsiteY24" fmla="*/ 695722 h 1937224"/>
              <a:gd name="connsiteX25" fmla="*/ 346411 w 2072246"/>
              <a:gd name="connsiteY25" fmla="*/ 653165 h 1937224"/>
              <a:gd name="connsiteX26" fmla="*/ 59499 w 2072246"/>
              <a:gd name="connsiteY26" fmla="*/ 515237 h 1937224"/>
              <a:gd name="connsiteX27" fmla="*/ 0 w 2072246"/>
              <a:gd name="connsiteY27" fmla="*/ 501525 h 1937224"/>
              <a:gd name="connsiteX28" fmla="*/ 226776 w 2072246"/>
              <a:gd name="connsiteY28" fmla="*/ 0 h 193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072246" h="1937224">
                <a:moveTo>
                  <a:pt x="226776" y="0"/>
                </a:moveTo>
                <a:lnTo>
                  <a:pt x="271041" y="11382"/>
                </a:lnTo>
                <a:cubicBezTo>
                  <a:pt x="442663" y="64762"/>
                  <a:pt x="596204" y="159182"/>
                  <a:pt x="720184" y="283162"/>
                </a:cubicBezTo>
                <a:lnTo>
                  <a:pt x="735301" y="299795"/>
                </a:lnTo>
                <a:lnTo>
                  <a:pt x="735301" y="299794"/>
                </a:lnTo>
                <a:lnTo>
                  <a:pt x="736770" y="298163"/>
                </a:lnTo>
                <a:lnTo>
                  <a:pt x="1286955" y="794037"/>
                </a:lnTo>
                <a:lnTo>
                  <a:pt x="1286955" y="794038"/>
                </a:lnTo>
                <a:lnTo>
                  <a:pt x="1737932" y="1200497"/>
                </a:lnTo>
                <a:lnTo>
                  <a:pt x="1746429" y="1210796"/>
                </a:lnTo>
                <a:lnTo>
                  <a:pt x="1781076" y="1239382"/>
                </a:lnTo>
                <a:lnTo>
                  <a:pt x="1887029" y="1326802"/>
                </a:lnTo>
                <a:cubicBezTo>
                  <a:pt x="1924935" y="1352411"/>
                  <a:pt x="1964789" y="1375356"/>
                  <a:pt x="2006321" y="1395368"/>
                </a:cubicBezTo>
                <a:lnTo>
                  <a:pt x="2072246" y="1421343"/>
                </a:lnTo>
                <a:lnTo>
                  <a:pt x="1838979" y="1937224"/>
                </a:lnTo>
                <a:lnTo>
                  <a:pt x="1829169" y="1933633"/>
                </a:lnTo>
                <a:cubicBezTo>
                  <a:pt x="1715510" y="1885560"/>
                  <a:pt x="1613155" y="1815997"/>
                  <a:pt x="1527195" y="1730037"/>
                </a:cubicBezTo>
                <a:lnTo>
                  <a:pt x="1022810" y="1254059"/>
                </a:lnTo>
                <a:lnTo>
                  <a:pt x="526874" y="807076"/>
                </a:lnTo>
                <a:lnTo>
                  <a:pt x="508642" y="787016"/>
                </a:lnTo>
                <a:cubicBezTo>
                  <a:pt x="483846" y="762221"/>
                  <a:pt x="457867" y="738607"/>
                  <a:pt x="430798" y="716267"/>
                </a:cubicBezTo>
                <a:lnTo>
                  <a:pt x="403322" y="695721"/>
                </a:lnTo>
                <a:lnTo>
                  <a:pt x="389603" y="683356"/>
                </a:lnTo>
                <a:lnTo>
                  <a:pt x="389602" y="683356"/>
                </a:lnTo>
                <a:lnTo>
                  <a:pt x="403322" y="695722"/>
                </a:lnTo>
                <a:lnTo>
                  <a:pt x="346411" y="653165"/>
                </a:lnTo>
                <a:cubicBezTo>
                  <a:pt x="258936" y="594068"/>
                  <a:pt x="162472" y="547265"/>
                  <a:pt x="59499" y="515237"/>
                </a:cubicBezTo>
                <a:lnTo>
                  <a:pt x="0" y="501525"/>
                </a:lnTo>
                <a:lnTo>
                  <a:pt x="2267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5" name="任意多边形 124"/>
          <p:cNvSpPr/>
          <p:nvPr/>
        </p:nvSpPr>
        <p:spPr>
          <a:xfrm>
            <a:off x="5482406" y="3714725"/>
            <a:ext cx="123552" cy="111355"/>
          </a:xfrm>
          <a:custGeom>
            <a:avLst/>
            <a:gdLst>
              <a:gd name="connsiteX0" fmla="*/ 0 w 123552"/>
              <a:gd name="connsiteY0" fmla="*/ 0 h 111355"/>
              <a:gd name="connsiteX1" fmla="*/ 27476 w 123552"/>
              <a:gd name="connsiteY1" fmla="*/ 20546 h 111355"/>
              <a:gd name="connsiteX2" fmla="*/ 105320 w 123552"/>
              <a:gd name="connsiteY2" fmla="*/ 91295 h 111355"/>
              <a:gd name="connsiteX3" fmla="*/ 123552 w 123552"/>
              <a:gd name="connsiteY3" fmla="*/ 111355 h 111355"/>
              <a:gd name="connsiteX4" fmla="*/ 0 w 123552"/>
              <a:gd name="connsiteY4" fmla="*/ 0 h 11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3552" h="111355">
                <a:moveTo>
                  <a:pt x="0" y="0"/>
                </a:moveTo>
                <a:lnTo>
                  <a:pt x="27476" y="20546"/>
                </a:lnTo>
                <a:cubicBezTo>
                  <a:pt x="54545" y="42886"/>
                  <a:pt x="80524" y="66500"/>
                  <a:pt x="105320" y="91295"/>
                </a:cubicBezTo>
                <a:lnTo>
                  <a:pt x="123552" y="11135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4" name="任意多边形 123"/>
          <p:cNvSpPr/>
          <p:nvPr/>
        </p:nvSpPr>
        <p:spPr>
          <a:xfrm>
            <a:off x="7214816" y="4163549"/>
            <a:ext cx="1008888" cy="863745"/>
          </a:xfrm>
          <a:custGeom>
            <a:avLst/>
            <a:gdLst>
              <a:gd name="connsiteX0" fmla="*/ 1008888 w 1008888"/>
              <a:gd name="connsiteY0" fmla="*/ 0 h 863745"/>
              <a:gd name="connsiteX1" fmla="*/ 1008339 w 1008888"/>
              <a:gd name="connsiteY1" fmla="*/ 10862 h 863745"/>
              <a:gd name="connsiteX2" fmla="*/ 63227 w 1008888"/>
              <a:gd name="connsiteY2" fmla="*/ 863745 h 863745"/>
              <a:gd name="connsiteX3" fmla="*/ 0 w 1008888"/>
              <a:gd name="connsiteY3" fmla="*/ 860552 h 863745"/>
              <a:gd name="connsiteX4" fmla="*/ 234967 w 1008888"/>
              <a:gd name="connsiteY4" fmla="*/ 340912 h 863745"/>
              <a:gd name="connsiteX5" fmla="*/ 282462 w 1008888"/>
              <a:gd name="connsiteY5" fmla="*/ 344505 h 863745"/>
              <a:gd name="connsiteX6" fmla="*/ 954225 w 1008888"/>
              <a:gd name="connsiteY6" fmla="*/ 66251 h 863745"/>
              <a:gd name="connsiteX7" fmla="*/ 1008888 w 1008888"/>
              <a:gd name="connsiteY7" fmla="*/ 0 h 863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08888" h="863745">
                <a:moveTo>
                  <a:pt x="1008888" y="0"/>
                </a:moveTo>
                <a:cubicBezTo>
                  <a:pt x="1008706" y="3621"/>
                  <a:pt x="1008522" y="7242"/>
                  <a:pt x="1008339" y="10862"/>
                </a:cubicBezTo>
                <a:cubicBezTo>
                  <a:pt x="959689" y="489914"/>
                  <a:pt x="555116" y="863745"/>
                  <a:pt x="63227" y="863745"/>
                </a:cubicBezTo>
                <a:lnTo>
                  <a:pt x="0" y="860552"/>
                </a:lnTo>
                <a:lnTo>
                  <a:pt x="234967" y="340912"/>
                </a:lnTo>
                <a:lnTo>
                  <a:pt x="282462" y="344505"/>
                </a:lnTo>
                <a:cubicBezTo>
                  <a:pt x="544802" y="344505"/>
                  <a:pt x="782306" y="238171"/>
                  <a:pt x="954225" y="66251"/>
                </a:cubicBezTo>
                <a:lnTo>
                  <a:pt x="10088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2" name="任意多边形 111"/>
          <p:cNvSpPr/>
          <p:nvPr/>
        </p:nvSpPr>
        <p:spPr>
          <a:xfrm>
            <a:off x="6817018" y="4219501"/>
            <a:ext cx="43144" cy="38885"/>
          </a:xfrm>
          <a:custGeom>
            <a:avLst/>
            <a:gdLst>
              <a:gd name="connsiteX0" fmla="*/ 0 w 43144"/>
              <a:gd name="connsiteY0" fmla="*/ 0 h 38885"/>
              <a:gd name="connsiteX1" fmla="*/ 43144 w 43144"/>
              <a:gd name="connsiteY1" fmla="*/ 38885 h 38885"/>
              <a:gd name="connsiteX2" fmla="*/ 8497 w 43144"/>
              <a:gd name="connsiteY2" fmla="*/ 10299 h 38885"/>
              <a:gd name="connsiteX3" fmla="*/ 0 w 43144"/>
              <a:gd name="connsiteY3" fmla="*/ 0 h 38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144" h="38885">
                <a:moveTo>
                  <a:pt x="0" y="0"/>
                </a:moveTo>
                <a:lnTo>
                  <a:pt x="43144" y="38885"/>
                </a:lnTo>
                <a:lnTo>
                  <a:pt x="8497" y="1029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4033113" y="3560598"/>
            <a:ext cx="2000035" cy="1500068"/>
            <a:chOff x="4150360" y="3378198"/>
            <a:chExt cx="1981199" cy="1485941"/>
          </a:xfrm>
        </p:grpSpPr>
        <p:sp>
          <p:nvSpPr>
            <p:cNvPr id="35" name="任意多边形 34"/>
            <p:cNvSpPr/>
            <p:nvPr/>
          </p:nvSpPr>
          <p:spPr>
            <a:xfrm>
              <a:off x="4150360" y="3378198"/>
              <a:ext cx="1981199" cy="1485941"/>
            </a:xfrm>
            <a:custGeom>
              <a:avLst/>
              <a:gdLst>
                <a:gd name="connsiteX0" fmla="*/ 675640 w 1981199"/>
                <a:gd name="connsiteY0" fmla="*/ 0 h 1500156"/>
                <a:gd name="connsiteX1" fmla="*/ 786706 w 1981199"/>
                <a:gd name="connsiteY1" fmla="*/ 11197 h 1500156"/>
                <a:gd name="connsiteX2" fmla="*/ 708212 w 1981199"/>
                <a:gd name="connsiteY2" fmla="*/ 53801 h 1500156"/>
                <a:gd name="connsiteX3" fmla="*/ 477520 w 1981199"/>
                <a:gd name="connsiteY3" fmla="*/ 487680 h 1500156"/>
                <a:gd name="connsiteX4" fmla="*/ 797092 w 1981199"/>
                <a:gd name="connsiteY4" fmla="*/ 969801 h 1500156"/>
                <a:gd name="connsiteX5" fmla="*/ 859644 w 1981199"/>
                <a:gd name="connsiteY5" fmla="*/ 989219 h 1500156"/>
                <a:gd name="connsiteX6" fmla="*/ 895309 w 1981199"/>
                <a:gd name="connsiteY6" fmla="*/ 1000290 h 1500156"/>
                <a:gd name="connsiteX7" fmla="*/ 1000760 w 1981199"/>
                <a:gd name="connsiteY7" fmla="*/ 1010920 h 1500156"/>
                <a:gd name="connsiteX8" fmla="*/ 1293308 w 1981199"/>
                <a:gd name="connsiteY8" fmla="*/ 921559 h 1500156"/>
                <a:gd name="connsiteX9" fmla="*/ 1306988 w 1981199"/>
                <a:gd name="connsiteY9" fmla="*/ 910272 h 1500156"/>
                <a:gd name="connsiteX10" fmla="*/ 1370746 w 1981199"/>
                <a:gd name="connsiteY10" fmla="*/ 857666 h 1500156"/>
                <a:gd name="connsiteX11" fmla="*/ 1460816 w 1981199"/>
                <a:gd name="connsiteY11" fmla="*/ 773114 h 1500156"/>
                <a:gd name="connsiteX12" fmla="*/ 1645919 w 1981199"/>
                <a:gd name="connsiteY12" fmla="*/ 619761 h 1500156"/>
                <a:gd name="connsiteX13" fmla="*/ 1981199 w 1981199"/>
                <a:gd name="connsiteY13" fmla="*/ 924561 h 1500156"/>
                <a:gd name="connsiteX14" fmla="*/ 1036319 w 1981199"/>
                <a:gd name="connsiteY14" fmla="*/ 1498601 h 1500156"/>
                <a:gd name="connsiteX15" fmla="*/ 208279 w 1981199"/>
                <a:gd name="connsiteY15" fmla="*/ 1163321 h 1500156"/>
                <a:gd name="connsiteX16" fmla="*/ 297883 w 1981199"/>
                <a:gd name="connsiteY16" fmla="*/ 1235891 h 1500156"/>
                <a:gd name="connsiteX17" fmla="*/ 209532 w 1981199"/>
                <a:gd name="connsiteY17" fmla="*/ 1162996 h 1500156"/>
                <a:gd name="connsiteX18" fmla="*/ 197890 w 1981199"/>
                <a:gd name="connsiteY18" fmla="*/ 1153390 h 1500156"/>
                <a:gd name="connsiteX19" fmla="*/ 0 w 1981199"/>
                <a:gd name="connsiteY19" fmla="*/ 675640 h 1500156"/>
                <a:gd name="connsiteX20" fmla="*/ 675640 w 1981199"/>
                <a:gd name="connsiteY20" fmla="*/ 0 h 1500156"/>
                <a:gd name="connsiteX0-1" fmla="*/ 675640 w 1981199"/>
                <a:gd name="connsiteY0-2" fmla="*/ 0 h 1500156"/>
                <a:gd name="connsiteX1-3" fmla="*/ 786706 w 1981199"/>
                <a:gd name="connsiteY1-4" fmla="*/ 11197 h 1500156"/>
                <a:gd name="connsiteX2-5" fmla="*/ 708212 w 1981199"/>
                <a:gd name="connsiteY2-6" fmla="*/ 53801 h 1500156"/>
                <a:gd name="connsiteX3-7" fmla="*/ 477520 w 1981199"/>
                <a:gd name="connsiteY3-8" fmla="*/ 487680 h 1500156"/>
                <a:gd name="connsiteX4-9" fmla="*/ 797092 w 1981199"/>
                <a:gd name="connsiteY4-10" fmla="*/ 969801 h 1500156"/>
                <a:gd name="connsiteX5-11" fmla="*/ 859644 w 1981199"/>
                <a:gd name="connsiteY5-12" fmla="*/ 989219 h 1500156"/>
                <a:gd name="connsiteX6-13" fmla="*/ 895309 w 1981199"/>
                <a:gd name="connsiteY6-14" fmla="*/ 1000290 h 1500156"/>
                <a:gd name="connsiteX7-15" fmla="*/ 1000760 w 1981199"/>
                <a:gd name="connsiteY7-16" fmla="*/ 1010920 h 1500156"/>
                <a:gd name="connsiteX8-17" fmla="*/ 1293308 w 1981199"/>
                <a:gd name="connsiteY8-18" fmla="*/ 921559 h 1500156"/>
                <a:gd name="connsiteX9-19" fmla="*/ 1306988 w 1981199"/>
                <a:gd name="connsiteY9-20" fmla="*/ 910272 h 1500156"/>
                <a:gd name="connsiteX10-21" fmla="*/ 1370746 w 1981199"/>
                <a:gd name="connsiteY10-22" fmla="*/ 857666 h 1500156"/>
                <a:gd name="connsiteX11-23" fmla="*/ 1460816 w 1981199"/>
                <a:gd name="connsiteY11-24" fmla="*/ 773114 h 1500156"/>
                <a:gd name="connsiteX12-25" fmla="*/ 1628774 w 1981199"/>
                <a:gd name="connsiteY12-26" fmla="*/ 600711 h 1500156"/>
                <a:gd name="connsiteX13-27" fmla="*/ 1981199 w 1981199"/>
                <a:gd name="connsiteY13-28" fmla="*/ 924561 h 1500156"/>
                <a:gd name="connsiteX14-29" fmla="*/ 1036319 w 1981199"/>
                <a:gd name="connsiteY14-30" fmla="*/ 1498601 h 1500156"/>
                <a:gd name="connsiteX15-31" fmla="*/ 208279 w 1981199"/>
                <a:gd name="connsiteY15-32" fmla="*/ 1163321 h 1500156"/>
                <a:gd name="connsiteX16-33" fmla="*/ 297883 w 1981199"/>
                <a:gd name="connsiteY16-34" fmla="*/ 1235891 h 1500156"/>
                <a:gd name="connsiteX17-35" fmla="*/ 209532 w 1981199"/>
                <a:gd name="connsiteY17-36" fmla="*/ 1162996 h 1500156"/>
                <a:gd name="connsiteX18-37" fmla="*/ 197890 w 1981199"/>
                <a:gd name="connsiteY18-38" fmla="*/ 1153390 h 1500156"/>
                <a:gd name="connsiteX19-39" fmla="*/ 0 w 1981199"/>
                <a:gd name="connsiteY19-40" fmla="*/ 675640 h 1500156"/>
                <a:gd name="connsiteX20-41" fmla="*/ 675640 w 1981199"/>
                <a:gd name="connsiteY20-42" fmla="*/ 0 h 1500156"/>
                <a:gd name="connsiteX0-43" fmla="*/ 675640 w 1981199"/>
                <a:gd name="connsiteY0-44" fmla="*/ 0 h 1500156"/>
                <a:gd name="connsiteX1-45" fmla="*/ 786706 w 1981199"/>
                <a:gd name="connsiteY1-46" fmla="*/ 11197 h 1500156"/>
                <a:gd name="connsiteX2-47" fmla="*/ 708212 w 1981199"/>
                <a:gd name="connsiteY2-48" fmla="*/ 53801 h 1500156"/>
                <a:gd name="connsiteX3-49" fmla="*/ 477520 w 1981199"/>
                <a:gd name="connsiteY3-50" fmla="*/ 487680 h 1500156"/>
                <a:gd name="connsiteX4-51" fmla="*/ 797092 w 1981199"/>
                <a:gd name="connsiteY4-52" fmla="*/ 969801 h 1500156"/>
                <a:gd name="connsiteX5-53" fmla="*/ 859644 w 1981199"/>
                <a:gd name="connsiteY5-54" fmla="*/ 989219 h 1500156"/>
                <a:gd name="connsiteX6-55" fmla="*/ 895309 w 1981199"/>
                <a:gd name="connsiteY6-56" fmla="*/ 1000290 h 1500156"/>
                <a:gd name="connsiteX7-57" fmla="*/ 1000760 w 1981199"/>
                <a:gd name="connsiteY7-58" fmla="*/ 1010920 h 1500156"/>
                <a:gd name="connsiteX8-59" fmla="*/ 1293308 w 1981199"/>
                <a:gd name="connsiteY8-60" fmla="*/ 921559 h 1500156"/>
                <a:gd name="connsiteX9-61" fmla="*/ 1306988 w 1981199"/>
                <a:gd name="connsiteY9-62" fmla="*/ 910272 h 1500156"/>
                <a:gd name="connsiteX10-63" fmla="*/ 1370746 w 1981199"/>
                <a:gd name="connsiteY10-64" fmla="*/ 857666 h 1500156"/>
                <a:gd name="connsiteX11-65" fmla="*/ 1628774 w 1981199"/>
                <a:gd name="connsiteY11-66" fmla="*/ 600711 h 1500156"/>
                <a:gd name="connsiteX12-67" fmla="*/ 1981199 w 1981199"/>
                <a:gd name="connsiteY12-68" fmla="*/ 924561 h 1500156"/>
                <a:gd name="connsiteX13-69" fmla="*/ 1036319 w 1981199"/>
                <a:gd name="connsiteY13-70" fmla="*/ 1498601 h 1500156"/>
                <a:gd name="connsiteX14-71" fmla="*/ 208279 w 1981199"/>
                <a:gd name="connsiteY14-72" fmla="*/ 1163321 h 1500156"/>
                <a:gd name="connsiteX15-73" fmla="*/ 297883 w 1981199"/>
                <a:gd name="connsiteY15-74" fmla="*/ 1235891 h 1500156"/>
                <a:gd name="connsiteX16-75" fmla="*/ 209532 w 1981199"/>
                <a:gd name="connsiteY16-76" fmla="*/ 1162996 h 1500156"/>
                <a:gd name="connsiteX17-77" fmla="*/ 197890 w 1981199"/>
                <a:gd name="connsiteY17-78" fmla="*/ 1153390 h 1500156"/>
                <a:gd name="connsiteX18-79" fmla="*/ 0 w 1981199"/>
                <a:gd name="connsiteY18-80" fmla="*/ 675640 h 1500156"/>
                <a:gd name="connsiteX19-81" fmla="*/ 675640 w 1981199"/>
                <a:gd name="connsiteY19-82" fmla="*/ 0 h 1500156"/>
                <a:gd name="connsiteX0-83" fmla="*/ 675640 w 1981199"/>
                <a:gd name="connsiteY0-84" fmla="*/ 0 h 1500156"/>
                <a:gd name="connsiteX1-85" fmla="*/ 786706 w 1981199"/>
                <a:gd name="connsiteY1-86" fmla="*/ 11197 h 1500156"/>
                <a:gd name="connsiteX2-87" fmla="*/ 708212 w 1981199"/>
                <a:gd name="connsiteY2-88" fmla="*/ 53801 h 1500156"/>
                <a:gd name="connsiteX3-89" fmla="*/ 477520 w 1981199"/>
                <a:gd name="connsiteY3-90" fmla="*/ 487680 h 1500156"/>
                <a:gd name="connsiteX4-91" fmla="*/ 797092 w 1981199"/>
                <a:gd name="connsiteY4-92" fmla="*/ 969801 h 1500156"/>
                <a:gd name="connsiteX5-93" fmla="*/ 859644 w 1981199"/>
                <a:gd name="connsiteY5-94" fmla="*/ 989219 h 1500156"/>
                <a:gd name="connsiteX6-95" fmla="*/ 895309 w 1981199"/>
                <a:gd name="connsiteY6-96" fmla="*/ 1000290 h 1500156"/>
                <a:gd name="connsiteX7-97" fmla="*/ 1000760 w 1981199"/>
                <a:gd name="connsiteY7-98" fmla="*/ 1010920 h 1500156"/>
                <a:gd name="connsiteX8-99" fmla="*/ 1293308 w 1981199"/>
                <a:gd name="connsiteY8-100" fmla="*/ 921559 h 1500156"/>
                <a:gd name="connsiteX9-101" fmla="*/ 1306988 w 1981199"/>
                <a:gd name="connsiteY9-102" fmla="*/ 910272 h 1500156"/>
                <a:gd name="connsiteX10-103" fmla="*/ 1370746 w 1981199"/>
                <a:gd name="connsiteY10-104" fmla="*/ 857666 h 1500156"/>
                <a:gd name="connsiteX11-105" fmla="*/ 1628774 w 1981199"/>
                <a:gd name="connsiteY11-106" fmla="*/ 600711 h 1500156"/>
                <a:gd name="connsiteX12-107" fmla="*/ 1981199 w 1981199"/>
                <a:gd name="connsiteY12-108" fmla="*/ 924561 h 1500156"/>
                <a:gd name="connsiteX13-109" fmla="*/ 1036319 w 1981199"/>
                <a:gd name="connsiteY13-110" fmla="*/ 1498601 h 1500156"/>
                <a:gd name="connsiteX14-111" fmla="*/ 208279 w 1981199"/>
                <a:gd name="connsiteY14-112" fmla="*/ 1163321 h 1500156"/>
                <a:gd name="connsiteX15-113" fmla="*/ 209532 w 1981199"/>
                <a:gd name="connsiteY15-114" fmla="*/ 1162996 h 1500156"/>
                <a:gd name="connsiteX16-115" fmla="*/ 197890 w 1981199"/>
                <a:gd name="connsiteY16-116" fmla="*/ 1153390 h 1500156"/>
                <a:gd name="connsiteX17-117" fmla="*/ 0 w 1981199"/>
                <a:gd name="connsiteY17-118" fmla="*/ 675640 h 1500156"/>
                <a:gd name="connsiteX18-119" fmla="*/ 675640 w 1981199"/>
                <a:gd name="connsiteY18-120" fmla="*/ 0 h 1500156"/>
                <a:gd name="connsiteX0-121" fmla="*/ 675640 w 1981199"/>
                <a:gd name="connsiteY0-122" fmla="*/ 0 h 1500156"/>
                <a:gd name="connsiteX1-123" fmla="*/ 786706 w 1981199"/>
                <a:gd name="connsiteY1-124" fmla="*/ 11197 h 1500156"/>
                <a:gd name="connsiteX2-125" fmla="*/ 708212 w 1981199"/>
                <a:gd name="connsiteY2-126" fmla="*/ 53801 h 1500156"/>
                <a:gd name="connsiteX3-127" fmla="*/ 477520 w 1981199"/>
                <a:gd name="connsiteY3-128" fmla="*/ 487680 h 1500156"/>
                <a:gd name="connsiteX4-129" fmla="*/ 797092 w 1981199"/>
                <a:gd name="connsiteY4-130" fmla="*/ 969801 h 1500156"/>
                <a:gd name="connsiteX5-131" fmla="*/ 859644 w 1981199"/>
                <a:gd name="connsiteY5-132" fmla="*/ 989219 h 1500156"/>
                <a:gd name="connsiteX6-133" fmla="*/ 895309 w 1981199"/>
                <a:gd name="connsiteY6-134" fmla="*/ 1000290 h 1500156"/>
                <a:gd name="connsiteX7-135" fmla="*/ 1000760 w 1981199"/>
                <a:gd name="connsiteY7-136" fmla="*/ 1010920 h 1500156"/>
                <a:gd name="connsiteX8-137" fmla="*/ 1293308 w 1981199"/>
                <a:gd name="connsiteY8-138" fmla="*/ 921559 h 1500156"/>
                <a:gd name="connsiteX9-139" fmla="*/ 1306988 w 1981199"/>
                <a:gd name="connsiteY9-140" fmla="*/ 910272 h 1500156"/>
                <a:gd name="connsiteX10-141" fmla="*/ 1370746 w 1981199"/>
                <a:gd name="connsiteY10-142" fmla="*/ 857666 h 1500156"/>
                <a:gd name="connsiteX11-143" fmla="*/ 1628774 w 1981199"/>
                <a:gd name="connsiteY11-144" fmla="*/ 600711 h 1500156"/>
                <a:gd name="connsiteX12-145" fmla="*/ 1981199 w 1981199"/>
                <a:gd name="connsiteY12-146" fmla="*/ 924561 h 1500156"/>
                <a:gd name="connsiteX13-147" fmla="*/ 1036319 w 1981199"/>
                <a:gd name="connsiteY13-148" fmla="*/ 1498601 h 1500156"/>
                <a:gd name="connsiteX14-149" fmla="*/ 208279 w 1981199"/>
                <a:gd name="connsiteY14-150" fmla="*/ 1163321 h 1500156"/>
                <a:gd name="connsiteX15-151" fmla="*/ 197890 w 1981199"/>
                <a:gd name="connsiteY15-152" fmla="*/ 1153390 h 1500156"/>
                <a:gd name="connsiteX16-153" fmla="*/ 0 w 1981199"/>
                <a:gd name="connsiteY16-154" fmla="*/ 675640 h 1500156"/>
                <a:gd name="connsiteX17-155" fmla="*/ 675640 w 1981199"/>
                <a:gd name="connsiteY17-156" fmla="*/ 0 h 1500156"/>
                <a:gd name="connsiteX0-157" fmla="*/ 675640 w 1981199"/>
                <a:gd name="connsiteY0-158" fmla="*/ 0 h 1502565"/>
                <a:gd name="connsiteX1-159" fmla="*/ 786706 w 1981199"/>
                <a:gd name="connsiteY1-160" fmla="*/ 11197 h 1502565"/>
                <a:gd name="connsiteX2-161" fmla="*/ 708212 w 1981199"/>
                <a:gd name="connsiteY2-162" fmla="*/ 53801 h 1502565"/>
                <a:gd name="connsiteX3-163" fmla="*/ 477520 w 1981199"/>
                <a:gd name="connsiteY3-164" fmla="*/ 487680 h 1502565"/>
                <a:gd name="connsiteX4-165" fmla="*/ 797092 w 1981199"/>
                <a:gd name="connsiteY4-166" fmla="*/ 969801 h 1502565"/>
                <a:gd name="connsiteX5-167" fmla="*/ 859644 w 1981199"/>
                <a:gd name="connsiteY5-168" fmla="*/ 989219 h 1502565"/>
                <a:gd name="connsiteX6-169" fmla="*/ 895309 w 1981199"/>
                <a:gd name="connsiteY6-170" fmla="*/ 1000290 h 1502565"/>
                <a:gd name="connsiteX7-171" fmla="*/ 1000760 w 1981199"/>
                <a:gd name="connsiteY7-172" fmla="*/ 1010920 h 1502565"/>
                <a:gd name="connsiteX8-173" fmla="*/ 1293308 w 1981199"/>
                <a:gd name="connsiteY8-174" fmla="*/ 921559 h 1502565"/>
                <a:gd name="connsiteX9-175" fmla="*/ 1306988 w 1981199"/>
                <a:gd name="connsiteY9-176" fmla="*/ 910272 h 1502565"/>
                <a:gd name="connsiteX10-177" fmla="*/ 1370746 w 1981199"/>
                <a:gd name="connsiteY10-178" fmla="*/ 857666 h 1502565"/>
                <a:gd name="connsiteX11-179" fmla="*/ 1628774 w 1981199"/>
                <a:gd name="connsiteY11-180" fmla="*/ 600711 h 1502565"/>
                <a:gd name="connsiteX12-181" fmla="*/ 1981199 w 1981199"/>
                <a:gd name="connsiteY12-182" fmla="*/ 924561 h 1502565"/>
                <a:gd name="connsiteX13-183" fmla="*/ 1036319 w 1981199"/>
                <a:gd name="connsiteY13-184" fmla="*/ 1498601 h 1502565"/>
                <a:gd name="connsiteX14-185" fmla="*/ 197890 w 1981199"/>
                <a:gd name="connsiteY14-186" fmla="*/ 1153390 h 1502565"/>
                <a:gd name="connsiteX15-187" fmla="*/ 0 w 1981199"/>
                <a:gd name="connsiteY15-188" fmla="*/ 675640 h 1502565"/>
                <a:gd name="connsiteX16-189" fmla="*/ 675640 w 1981199"/>
                <a:gd name="connsiteY16-190" fmla="*/ 0 h 1502565"/>
                <a:gd name="connsiteX0-191" fmla="*/ 675640 w 1981199"/>
                <a:gd name="connsiteY0-192" fmla="*/ 0 h 1503976"/>
                <a:gd name="connsiteX1-193" fmla="*/ 786706 w 1981199"/>
                <a:gd name="connsiteY1-194" fmla="*/ 11197 h 1503976"/>
                <a:gd name="connsiteX2-195" fmla="*/ 708212 w 1981199"/>
                <a:gd name="connsiteY2-196" fmla="*/ 53801 h 1503976"/>
                <a:gd name="connsiteX3-197" fmla="*/ 477520 w 1981199"/>
                <a:gd name="connsiteY3-198" fmla="*/ 487680 h 1503976"/>
                <a:gd name="connsiteX4-199" fmla="*/ 797092 w 1981199"/>
                <a:gd name="connsiteY4-200" fmla="*/ 969801 h 1503976"/>
                <a:gd name="connsiteX5-201" fmla="*/ 859644 w 1981199"/>
                <a:gd name="connsiteY5-202" fmla="*/ 989219 h 1503976"/>
                <a:gd name="connsiteX6-203" fmla="*/ 895309 w 1981199"/>
                <a:gd name="connsiteY6-204" fmla="*/ 1000290 h 1503976"/>
                <a:gd name="connsiteX7-205" fmla="*/ 1000760 w 1981199"/>
                <a:gd name="connsiteY7-206" fmla="*/ 1010920 h 1503976"/>
                <a:gd name="connsiteX8-207" fmla="*/ 1293308 w 1981199"/>
                <a:gd name="connsiteY8-208" fmla="*/ 921559 h 1503976"/>
                <a:gd name="connsiteX9-209" fmla="*/ 1306988 w 1981199"/>
                <a:gd name="connsiteY9-210" fmla="*/ 910272 h 1503976"/>
                <a:gd name="connsiteX10-211" fmla="*/ 1370746 w 1981199"/>
                <a:gd name="connsiteY10-212" fmla="*/ 857666 h 1503976"/>
                <a:gd name="connsiteX11-213" fmla="*/ 1628774 w 1981199"/>
                <a:gd name="connsiteY11-214" fmla="*/ 600711 h 1503976"/>
                <a:gd name="connsiteX12-215" fmla="*/ 1981199 w 1981199"/>
                <a:gd name="connsiteY12-216" fmla="*/ 924561 h 1503976"/>
                <a:gd name="connsiteX13-217" fmla="*/ 1036319 w 1981199"/>
                <a:gd name="connsiteY13-218" fmla="*/ 1498601 h 1503976"/>
                <a:gd name="connsiteX14-219" fmla="*/ 197890 w 1981199"/>
                <a:gd name="connsiteY14-220" fmla="*/ 1153390 h 1503976"/>
                <a:gd name="connsiteX15-221" fmla="*/ 0 w 1981199"/>
                <a:gd name="connsiteY15-222" fmla="*/ 675640 h 1503976"/>
                <a:gd name="connsiteX16-223" fmla="*/ 675640 w 1981199"/>
                <a:gd name="connsiteY16-224" fmla="*/ 0 h 1503976"/>
                <a:gd name="connsiteX0-225" fmla="*/ 675640 w 1981199"/>
                <a:gd name="connsiteY0-226" fmla="*/ 0 h 1503976"/>
                <a:gd name="connsiteX1-227" fmla="*/ 786706 w 1981199"/>
                <a:gd name="connsiteY1-228" fmla="*/ 11197 h 1503976"/>
                <a:gd name="connsiteX2-229" fmla="*/ 708212 w 1981199"/>
                <a:gd name="connsiteY2-230" fmla="*/ 53801 h 1503976"/>
                <a:gd name="connsiteX3-231" fmla="*/ 477520 w 1981199"/>
                <a:gd name="connsiteY3-232" fmla="*/ 487680 h 1503976"/>
                <a:gd name="connsiteX4-233" fmla="*/ 797092 w 1981199"/>
                <a:gd name="connsiteY4-234" fmla="*/ 969801 h 1503976"/>
                <a:gd name="connsiteX5-235" fmla="*/ 859644 w 1981199"/>
                <a:gd name="connsiteY5-236" fmla="*/ 989219 h 1503976"/>
                <a:gd name="connsiteX6-237" fmla="*/ 895309 w 1981199"/>
                <a:gd name="connsiteY6-238" fmla="*/ 1000290 h 1503976"/>
                <a:gd name="connsiteX7-239" fmla="*/ 1000760 w 1981199"/>
                <a:gd name="connsiteY7-240" fmla="*/ 1010920 h 1503976"/>
                <a:gd name="connsiteX8-241" fmla="*/ 1293308 w 1981199"/>
                <a:gd name="connsiteY8-242" fmla="*/ 921559 h 1503976"/>
                <a:gd name="connsiteX9-243" fmla="*/ 1306988 w 1981199"/>
                <a:gd name="connsiteY9-244" fmla="*/ 910272 h 1503976"/>
                <a:gd name="connsiteX10-245" fmla="*/ 1370746 w 1981199"/>
                <a:gd name="connsiteY10-246" fmla="*/ 857666 h 1503976"/>
                <a:gd name="connsiteX11-247" fmla="*/ 1628774 w 1981199"/>
                <a:gd name="connsiteY11-248" fmla="*/ 600711 h 1503976"/>
                <a:gd name="connsiteX12-249" fmla="*/ 1981199 w 1981199"/>
                <a:gd name="connsiteY12-250" fmla="*/ 924561 h 1503976"/>
                <a:gd name="connsiteX13-251" fmla="*/ 1036319 w 1981199"/>
                <a:gd name="connsiteY13-252" fmla="*/ 1498601 h 1503976"/>
                <a:gd name="connsiteX14-253" fmla="*/ 197890 w 1981199"/>
                <a:gd name="connsiteY14-254" fmla="*/ 1153390 h 1503976"/>
                <a:gd name="connsiteX15-255" fmla="*/ 0 w 1981199"/>
                <a:gd name="connsiteY15-256" fmla="*/ 675640 h 1503976"/>
                <a:gd name="connsiteX16-257" fmla="*/ 675640 w 1981199"/>
                <a:gd name="connsiteY16-258" fmla="*/ 0 h 1503976"/>
                <a:gd name="connsiteX0-259" fmla="*/ 675640 w 1981199"/>
                <a:gd name="connsiteY0-260" fmla="*/ 0 h 1491619"/>
                <a:gd name="connsiteX1-261" fmla="*/ 786706 w 1981199"/>
                <a:gd name="connsiteY1-262" fmla="*/ 11197 h 1491619"/>
                <a:gd name="connsiteX2-263" fmla="*/ 708212 w 1981199"/>
                <a:gd name="connsiteY2-264" fmla="*/ 53801 h 1491619"/>
                <a:gd name="connsiteX3-265" fmla="*/ 477520 w 1981199"/>
                <a:gd name="connsiteY3-266" fmla="*/ 487680 h 1491619"/>
                <a:gd name="connsiteX4-267" fmla="*/ 797092 w 1981199"/>
                <a:gd name="connsiteY4-268" fmla="*/ 969801 h 1491619"/>
                <a:gd name="connsiteX5-269" fmla="*/ 859644 w 1981199"/>
                <a:gd name="connsiteY5-270" fmla="*/ 989219 h 1491619"/>
                <a:gd name="connsiteX6-271" fmla="*/ 895309 w 1981199"/>
                <a:gd name="connsiteY6-272" fmla="*/ 1000290 h 1491619"/>
                <a:gd name="connsiteX7-273" fmla="*/ 1000760 w 1981199"/>
                <a:gd name="connsiteY7-274" fmla="*/ 1010920 h 1491619"/>
                <a:gd name="connsiteX8-275" fmla="*/ 1293308 w 1981199"/>
                <a:gd name="connsiteY8-276" fmla="*/ 921559 h 1491619"/>
                <a:gd name="connsiteX9-277" fmla="*/ 1306988 w 1981199"/>
                <a:gd name="connsiteY9-278" fmla="*/ 910272 h 1491619"/>
                <a:gd name="connsiteX10-279" fmla="*/ 1370746 w 1981199"/>
                <a:gd name="connsiteY10-280" fmla="*/ 857666 h 1491619"/>
                <a:gd name="connsiteX11-281" fmla="*/ 1628774 w 1981199"/>
                <a:gd name="connsiteY11-282" fmla="*/ 600711 h 1491619"/>
                <a:gd name="connsiteX12-283" fmla="*/ 1981199 w 1981199"/>
                <a:gd name="connsiteY12-284" fmla="*/ 924561 h 1491619"/>
                <a:gd name="connsiteX13-285" fmla="*/ 1043939 w 1981199"/>
                <a:gd name="connsiteY13-286" fmla="*/ 1485901 h 1491619"/>
                <a:gd name="connsiteX14-287" fmla="*/ 197890 w 1981199"/>
                <a:gd name="connsiteY14-288" fmla="*/ 1153390 h 1491619"/>
                <a:gd name="connsiteX15-289" fmla="*/ 0 w 1981199"/>
                <a:gd name="connsiteY15-290" fmla="*/ 675640 h 1491619"/>
                <a:gd name="connsiteX16-291" fmla="*/ 675640 w 1981199"/>
                <a:gd name="connsiteY16-292" fmla="*/ 0 h 1491619"/>
                <a:gd name="connsiteX0-293" fmla="*/ 675640 w 1981199"/>
                <a:gd name="connsiteY0-294" fmla="*/ 0 h 1486960"/>
                <a:gd name="connsiteX1-295" fmla="*/ 786706 w 1981199"/>
                <a:gd name="connsiteY1-296" fmla="*/ 11197 h 1486960"/>
                <a:gd name="connsiteX2-297" fmla="*/ 708212 w 1981199"/>
                <a:gd name="connsiteY2-298" fmla="*/ 53801 h 1486960"/>
                <a:gd name="connsiteX3-299" fmla="*/ 477520 w 1981199"/>
                <a:gd name="connsiteY3-300" fmla="*/ 487680 h 1486960"/>
                <a:gd name="connsiteX4-301" fmla="*/ 797092 w 1981199"/>
                <a:gd name="connsiteY4-302" fmla="*/ 969801 h 1486960"/>
                <a:gd name="connsiteX5-303" fmla="*/ 859644 w 1981199"/>
                <a:gd name="connsiteY5-304" fmla="*/ 989219 h 1486960"/>
                <a:gd name="connsiteX6-305" fmla="*/ 895309 w 1981199"/>
                <a:gd name="connsiteY6-306" fmla="*/ 1000290 h 1486960"/>
                <a:gd name="connsiteX7-307" fmla="*/ 1000760 w 1981199"/>
                <a:gd name="connsiteY7-308" fmla="*/ 1010920 h 1486960"/>
                <a:gd name="connsiteX8-309" fmla="*/ 1293308 w 1981199"/>
                <a:gd name="connsiteY8-310" fmla="*/ 921559 h 1486960"/>
                <a:gd name="connsiteX9-311" fmla="*/ 1306988 w 1981199"/>
                <a:gd name="connsiteY9-312" fmla="*/ 910272 h 1486960"/>
                <a:gd name="connsiteX10-313" fmla="*/ 1370746 w 1981199"/>
                <a:gd name="connsiteY10-314" fmla="*/ 857666 h 1486960"/>
                <a:gd name="connsiteX11-315" fmla="*/ 1628774 w 1981199"/>
                <a:gd name="connsiteY11-316" fmla="*/ 600711 h 1486960"/>
                <a:gd name="connsiteX12-317" fmla="*/ 1981199 w 1981199"/>
                <a:gd name="connsiteY12-318" fmla="*/ 924561 h 1486960"/>
                <a:gd name="connsiteX13-319" fmla="*/ 1043939 w 1981199"/>
                <a:gd name="connsiteY13-320" fmla="*/ 1485901 h 1486960"/>
                <a:gd name="connsiteX14-321" fmla="*/ 197890 w 1981199"/>
                <a:gd name="connsiteY14-322" fmla="*/ 1153390 h 1486960"/>
                <a:gd name="connsiteX15-323" fmla="*/ 0 w 1981199"/>
                <a:gd name="connsiteY15-324" fmla="*/ 675640 h 1486960"/>
                <a:gd name="connsiteX16-325" fmla="*/ 675640 w 1981199"/>
                <a:gd name="connsiteY16-326" fmla="*/ 0 h 1486960"/>
                <a:gd name="connsiteX0-327" fmla="*/ 675640 w 1981199"/>
                <a:gd name="connsiteY0-328" fmla="*/ 0 h 1486960"/>
                <a:gd name="connsiteX1-329" fmla="*/ 786706 w 1981199"/>
                <a:gd name="connsiteY1-330" fmla="*/ 11197 h 1486960"/>
                <a:gd name="connsiteX2-331" fmla="*/ 708212 w 1981199"/>
                <a:gd name="connsiteY2-332" fmla="*/ 53801 h 1486960"/>
                <a:gd name="connsiteX3-333" fmla="*/ 477520 w 1981199"/>
                <a:gd name="connsiteY3-334" fmla="*/ 487680 h 1486960"/>
                <a:gd name="connsiteX4-335" fmla="*/ 797092 w 1981199"/>
                <a:gd name="connsiteY4-336" fmla="*/ 969801 h 1486960"/>
                <a:gd name="connsiteX5-337" fmla="*/ 859644 w 1981199"/>
                <a:gd name="connsiteY5-338" fmla="*/ 989219 h 1486960"/>
                <a:gd name="connsiteX6-339" fmla="*/ 895309 w 1981199"/>
                <a:gd name="connsiteY6-340" fmla="*/ 1000290 h 1486960"/>
                <a:gd name="connsiteX7-341" fmla="*/ 1000760 w 1981199"/>
                <a:gd name="connsiteY7-342" fmla="*/ 1010920 h 1486960"/>
                <a:gd name="connsiteX8-343" fmla="*/ 1293308 w 1981199"/>
                <a:gd name="connsiteY8-344" fmla="*/ 921559 h 1486960"/>
                <a:gd name="connsiteX9-345" fmla="*/ 1306988 w 1981199"/>
                <a:gd name="connsiteY9-346" fmla="*/ 910272 h 1486960"/>
                <a:gd name="connsiteX10-347" fmla="*/ 1370746 w 1981199"/>
                <a:gd name="connsiteY10-348" fmla="*/ 857666 h 1486960"/>
                <a:gd name="connsiteX11-349" fmla="*/ 1628774 w 1981199"/>
                <a:gd name="connsiteY11-350" fmla="*/ 600711 h 1486960"/>
                <a:gd name="connsiteX12-351" fmla="*/ 1981199 w 1981199"/>
                <a:gd name="connsiteY12-352" fmla="*/ 924561 h 1486960"/>
                <a:gd name="connsiteX13-353" fmla="*/ 1043939 w 1981199"/>
                <a:gd name="connsiteY13-354" fmla="*/ 1485901 h 1486960"/>
                <a:gd name="connsiteX14-355" fmla="*/ 197890 w 1981199"/>
                <a:gd name="connsiteY14-356" fmla="*/ 1153390 h 1486960"/>
                <a:gd name="connsiteX15-357" fmla="*/ 0 w 1981199"/>
                <a:gd name="connsiteY15-358" fmla="*/ 675640 h 1486960"/>
                <a:gd name="connsiteX16-359" fmla="*/ 675640 w 1981199"/>
                <a:gd name="connsiteY16-360" fmla="*/ 0 h 1486960"/>
                <a:gd name="connsiteX0-361" fmla="*/ 675640 w 1981199"/>
                <a:gd name="connsiteY0-362" fmla="*/ 0 h 1485941"/>
                <a:gd name="connsiteX1-363" fmla="*/ 786706 w 1981199"/>
                <a:gd name="connsiteY1-364" fmla="*/ 11197 h 1485941"/>
                <a:gd name="connsiteX2-365" fmla="*/ 708212 w 1981199"/>
                <a:gd name="connsiteY2-366" fmla="*/ 53801 h 1485941"/>
                <a:gd name="connsiteX3-367" fmla="*/ 477520 w 1981199"/>
                <a:gd name="connsiteY3-368" fmla="*/ 487680 h 1485941"/>
                <a:gd name="connsiteX4-369" fmla="*/ 797092 w 1981199"/>
                <a:gd name="connsiteY4-370" fmla="*/ 969801 h 1485941"/>
                <a:gd name="connsiteX5-371" fmla="*/ 859644 w 1981199"/>
                <a:gd name="connsiteY5-372" fmla="*/ 989219 h 1485941"/>
                <a:gd name="connsiteX6-373" fmla="*/ 895309 w 1981199"/>
                <a:gd name="connsiteY6-374" fmla="*/ 1000290 h 1485941"/>
                <a:gd name="connsiteX7-375" fmla="*/ 1000760 w 1981199"/>
                <a:gd name="connsiteY7-376" fmla="*/ 1010920 h 1485941"/>
                <a:gd name="connsiteX8-377" fmla="*/ 1293308 w 1981199"/>
                <a:gd name="connsiteY8-378" fmla="*/ 921559 h 1485941"/>
                <a:gd name="connsiteX9-379" fmla="*/ 1306988 w 1981199"/>
                <a:gd name="connsiteY9-380" fmla="*/ 910272 h 1485941"/>
                <a:gd name="connsiteX10-381" fmla="*/ 1370746 w 1981199"/>
                <a:gd name="connsiteY10-382" fmla="*/ 857666 h 1485941"/>
                <a:gd name="connsiteX11-383" fmla="*/ 1628774 w 1981199"/>
                <a:gd name="connsiteY11-384" fmla="*/ 600711 h 1485941"/>
                <a:gd name="connsiteX12-385" fmla="*/ 1981199 w 1981199"/>
                <a:gd name="connsiteY12-386" fmla="*/ 924561 h 1485941"/>
                <a:gd name="connsiteX13-387" fmla="*/ 1043939 w 1981199"/>
                <a:gd name="connsiteY13-388" fmla="*/ 1485901 h 1485941"/>
                <a:gd name="connsiteX14-389" fmla="*/ 197890 w 1981199"/>
                <a:gd name="connsiteY14-390" fmla="*/ 1153390 h 1485941"/>
                <a:gd name="connsiteX15-391" fmla="*/ 0 w 1981199"/>
                <a:gd name="connsiteY15-392" fmla="*/ 675640 h 1485941"/>
                <a:gd name="connsiteX16-393" fmla="*/ 675640 w 1981199"/>
                <a:gd name="connsiteY16-394" fmla="*/ 0 h 1485941"/>
                <a:gd name="connsiteX0-395" fmla="*/ 675640 w 1981199"/>
                <a:gd name="connsiteY0-396" fmla="*/ 0 h 1485941"/>
                <a:gd name="connsiteX1-397" fmla="*/ 786706 w 1981199"/>
                <a:gd name="connsiteY1-398" fmla="*/ 11197 h 1485941"/>
                <a:gd name="connsiteX2-399" fmla="*/ 708212 w 1981199"/>
                <a:gd name="connsiteY2-400" fmla="*/ 53801 h 1485941"/>
                <a:gd name="connsiteX3-401" fmla="*/ 477520 w 1981199"/>
                <a:gd name="connsiteY3-402" fmla="*/ 487680 h 1485941"/>
                <a:gd name="connsiteX4-403" fmla="*/ 797092 w 1981199"/>
                <a:gd name="connsiteY4-404" fmla="*/ 969801 h 1485941"/>
                <a:gd name="connsiteX5-405" fmla="*/ 859644 w 1981199"/>
                <a:gd name="connsiteY5-406" fmla="*/ 989219 h 1485941"/>
                <a:gd name="connsiteX6-407" fmla="*/ 895309 w 1981199"/>
                <a:gd name="connsiteY6-408" fmla="*/ 1000290 h 1485941"/>
                <a:gd name="connsiteX7-409" fmla="*/ 1000760 w 1981199"/>
                <a:gd name="connsiteY7-410" fmla="*/ 1010920 h 1485941"/>
                <a:gd name="connsiteX8-411" fmla="*/ 1293308 w 1981199"/>
                <a:gd name="connsiteY8-412" fmla="*/ 921559 h 1485941"/>
                <a:gd name="connsiteX9-413" fmla="*/ 1370746 w 1981199"/>
                <a:gd name="connsiteY9-414" fmla="*/ 857666 h 1485941"/>
                <a:gd name="connsiteX10-415" fmla="*/ 1628774 w 1981199"/>
                <a:gd name="connsiteY10-416" fmla="*/ 600711 h 1485941"/>
                <a:gd name="connsiteX11-417" fmla="*/ 1981199 w 1981199"/>
                <a:gd name="connsiteY11-418" fmla="*/ 924561 h 1485941"/>
                <a:gd name="connsiteX12-419" fmla="*/ 1043939 w 1981199"/>
                <a:gd name="connsiteY12-420" fmla="*/ 1485901 h 1485941"/>
                <a:gd name="connsiteX13-421" fmla="*/ 197890 w 1981199"/>
                <a:gd name="connsiteY13-422" fmla="*/ 1153390 h 1485941"/>
                <a:gd name="connsiteX14-423" fmla="*/ 0 w 1981199"/>
                <a:gd name="connsiteY14-424" fmla="*/ 675640 h 1485941"/>
                <a:gd name="connsiteX15-425" fmla="*/ 675640 w 1981199"/>
                <a:gd name="connsiteY15-426" fmla="*/ 0 h 1485941"/>
                <a:gd name="connsiteX0-427" fmla="*/ 675640 w 1981199"/>
                <a:gd name="connsiteY0-428" fmla="*/ 0 h 1485941"/>
                <a:gd name="connsiteX1-429" fmla="*/ 786706 w 1981199"/>
                <a:gd name="connsiteY1-430" fmla="*/ 11197 h 1485941"/>
                <a:gd name="connsiteX2-431" fmla="*/ 708212 w 1981199"/>
                <a:gd name="connsiteY2-432" fmla="*/ 53801 h 1485941"/>
                <a:gd name="connsiteX3-433" fmla="*/ 477520 w 1981199"/>
                <a:gd name="connsiteY3-434" fmla="*/ 487680 h 1485941"/>
                <a:gd name="connsiteX4-435" fmla="*/ 797092 w 1981199"/>
                <a:gd name="connsiteY4-436" fmla="*/ 969801 h 1485941"/>
                <a:gd name="connsiteX5-437" fmla="*/ 895309 w 1981199"/>
                <a:gd name="connsiteY5-438" fmla="*/ 1000290 h 1485941"/>
                <a:gd name="connsiteX6-439" fmla="*/ 1000760 w 1981199"/>
                <a:gd name="connsiteY6-440" fmla="*/ 1010920 h 1485941"/>
                <a:gd name="connsiteX7-441" fmla="*/ 1293308 w 1981199"/>
                <a:gd name="connsiteY7-442" fmla="*/ 921559 h 1485941"/>
                <a:gd name="connsiteX8-443" fmla="*/ 1370746 w 1981199"/>
                <a:gd name="connsiteY8-444" fmla="*/ 857666 h 1485941"/>
                <a:gd name="connsiteX9-445" fmla="*/ 1628774 w 1981199"/>
                <a:gd name="connsiteY9-446" fmla="*/ 600711 h 1485941"/>
                <a:gd name="connsiteX10-447" fmla="*/ 1981199 w 1981199"/>
                <a:gd name="connsiteY10-448" fmla="*/ 924561 h 1485941"/>
                <a:gd name="connsiteX11-449" fmla="*/ 1043939 w 1981199"/>
                <a:gd name="connsiteY11-450" fmla="*/ 1485901 h 1485941"/>
                <a:gd name="connsiteX12-451" fmla="*/ 197890 w 1981199"/>
                <a:gd name="connsiteY12-452" fmla="*/ 1153390 h 1485941"/>
                <a:gd name="connsiteX13-453" fmla="*/ 0 w 1981199"/>
                <a:gd name="connsiteY13-454" fmla="*/ 675640 h 1485941"/>
                <a:gd name="connsiteX14-455" fmla="*/ 675640 w 1981199"/>
                <a:gd name="connsiteY14-456" fmla="*/ 0 h 1485941"/>
                <a:gd name="connsiteX0-457" fmla="*/ 675640 w 1981199"/>
                <a:gd name="connsiteY0-458" fmla="*/ 0 h 1485941"/>
                <a:gd name="connsiteX1-459" fmla="*/ 786706 w 1981199"/>
                <a:gd name="connsiteY1-460" fmla="*/ 11197 h 1485941"/>
                <a:gd name="connsiteX2-461" fmla="*/ 708212 w 1981199"/>
                <a:gd name="connsiteY2-462" fmla="*/ 53801 h 1485941"/>
                <a:gd name="connsiteX3-463" fmla="*/ 477520 w 1981199"/>
                <a:gd name="connsiteY3-464" fmla="*/ 487680 h 1485941"/>
                <a:gd name="connsiteX4-465" fmla="*/ 797092 w 1981199"/>
                <a:gd name="connsiteY4-466" fmla="*/ 969801 h 1485941"/>
                <a:gd name="connsiteX5-467" fmla="*/ 895309 w 1981199"/>
                <a:gd name="connsiteY5-468" fmla="*/ 1000290 h 1485941"/>
                <a:gd name="connsiteX6-469" fmla="*/ 1000760 w 1981199"/>
                <a:gd name="connsiteY6-470" fmla="*/ 1010920 h 1485941"/>
                <a:gd name="connsiteX7-471" fmla="*/ 1293308 w 1981199"/>
                <a:gd name="connsiteY7-472" fmla="*/ 921559 h 1485941"/>
                <a:gd name="connsiteX8-473" fmla="*/ 1628774 w 1981199"/>
                <a:gd name="connsiteY8-474" fmla="*/ 600711 h 1485941"/>
                <a:gd name="connsiteX9-475" fmla="*/ 1981199 w 1981199"/>
                <a:gd name="connsiteY9-476" fmla="*/ 924561 h 1485941"/>
                <a:gd name="connsiteX10-477" fmla="*/ 1043939 w 1981199"/>
                <a:gd name="connsiteY10-478" fmla="*/ 1485901 h 1485941"/>
                <a:gd name="connsiteX11-479" fmla="*/ 197890 w 1981199"/>
                <a:gd name="connsiteY11-480" fmla="*/ 1153390 h 1485941"/>
                <a:gd name="connsiteX12-481" fmla="*/ 0 w 1981199"/>
                <a:gd name="connsiteY12-482" fmla="*/ 675640 h 1485941"/>
                <a:gd name="connsiteX13-483" fmla="*/ 675640 w 1981199"/>
                <a:gd name="connsiteY13-484" fmla="*/ 0 h 1485941"/>
                <a:gd name="connsiteX0-485" fmla="*/ 675640 w 1981199"/>
                <a:gd name="connsiteY0-486" fmla="*/ 0 h 1485941"/>
                <a:gd name="connsiteX1-487" fmla="*/ 786706 w 1981199"/>
                <a:gd name="connsiteY1-488" fmla="*/ 11197 h 1485941"/>
                <a:gd name="connsiteX2-489" fmla="*/ 708212 w 1981199"/>
                <a:gd name="connsiteY2-490" fmla="*/ 53801 h 1485941"/>
                <a:gd name="connsiteX3-491" fmla="*/ 477520 w 1981199"/>
                <a:gd name="connsiteY3-492" fmla="*/ 487680 h 1485941"/>
                <a:gd name="connsiteX4-493" fmla="*/ 797092 w 1981199"/>
                <a:gd name="connsiteY4-494" fmla="*/ 969801 h 1485941"/>
                <a:gd name="connsiteX5-495" fmla="*/ 1000760 w 1981199"/>
                <a:gd name="connsiteY5-496" fmla="*/ 1010920 h 1485941"/>
                <a:gd name="connsiteX6-497" fmla="*/ 1293308 w 1981199"/>
                <a:gd name="connsiteY6-498" fmla="*/ 921559 h 1485941"/>
                <a:gd name="connsiteX7-499" fmla="*/ 1628774 w 1981199"/>
                <a:gd name="connsiteY7-500" fmla="*/ 600711 h 1485941"/>
                <a:gd name="connsiteX8-501" fmla="*/ 1981199 w 1981199"/>
                <a:gd name="connsiteY8-502" fmla="*/ 924561 h 1485941"/>
                <a:gd name="connsiteX9-503" fmla="*/ 1043939 w 1981199"/>
                <a:gd name="connsiteY9-504" fmla="*/ 1485901 h 1485941"/>
                <a:gd name="connsiteX10-505" fmla="*/ 197890 w 1981199"/>
                <a:gd name="connsiteY10-506" fmla="*/ 1153390 h 1485941"/>
                <a:gd name="connsiteX11-507" fmla="*/ 0 w 1981199"/>
                <a:gd name="connsiteY11-508" fmla="*/ 675640 h 1485941"/>
                <a:gd name="connsiteX12-509" fmla="*/ 675640 w 1981199"/>
                <a:gd name="connsiteY12-510" fmla="*/ 0 h 1485941"/>
                <a:gd name="connsiteX0-511" fmla="*/ 675640 w 1981199"/>
                <a:gd name="connsiteY0-512" fmla="*/ 0 h 1485941"/>
                <a:gd name="connsiteX1-513" fmla="*/ 786706 w 1981199"/>
                <a:gd name="connsiteY1-514" fmla="*/ 11197 h 1485941"/>
                <a:gd name="connsiteX2-515" fmla="*/ 708212 w 1981199"/>
                <a:gd name="connsiteY2-516" fmla="*/ 53801 h 1485941"/>
                <a:gd name="connsiteX3-517" fmla="*/ 477520 w 1981199"/>
                <a:gd name="connsiteY3-518" fmla="*/ 487680 h 1485941"/>
                <a:gd name="connsiteX4-519" fmla="*/ 797092 w 1981199"/>
                <a:gd name="connsiteY4-520" fmla="*/ 969801 h 1485941"/>
                <a:gd name="connsiteX5-521" fmla="*/ 1293308 w 1981199"/>
                <a:gd name="connsiteY5-522" fmla="*/ 921559 h 1485941"/>
                <a:gd name="connsiteX6-523" fmla="*/ 1628774 w 1981199"/>
                <a:gd name="connsiteY6-524" fmla="*/ 600711 h 1485941"/>
                <a:gd name="connsiteX7-525" fmla="*/ 1981199 w 1981199"/>
                <a:gd name="connsiteY7-526" fmla="*/ 924561 h 1485941"/>
                <a:gd name="connsiteX8-527" fmla="*/ 1043939 w 1981199"/>
                <a:gd name="connsiteY8-528" fmla="*/ 1485901 h 1485941"/>
                <a:gd name="connsiteX9-529" fmla="*/ 197890 w 1981199"/>
                <a:gd name="connsiteY9-530" fmla="*/ 1153390 h 1485941"/>
                <a:gd name="connsiteX10-531" fmla="*/ 0 w 1981199"/>
                <a:gd name="connsiteY10-532" fmla="*/ 675640 h 1485941"/>
                <a:gd name="connsiteX11-533" fmla="*/ 675640 w 1981199"/>
                <a:gd name="connsiteY11-534" fmla="*/ 0 h 1485941"/>
                <a:gd name="connsiteX0-535" fmla="*/ 675640 w 1981199"/>
                <a:gd name="connsiteY0-536" fmla="*/ 0 h 1485941"/>
                <a:gd name="connsiteX1-537" fmla="*/ 786706 w 1981199"/>
                <a:gd name="connsiteY1-538" fmla="*/ 11197 h 1485941"/>
                <a:gd name="connsiteX2-539" fmla="*/ 708212 w 1981199"/>
                <a:gd name="connsiteY2-540" fmla="*/ 53801 h 1485941"/>
                <a:gd name="connsiteX3-541" fmla="*/ 477520 w 1981199"/>
                <a:gd name="connsiteY3-542" fmla="*/ 487680 h 1485941"/>
                <a:gd name="connsiteX4-543" fmla="*/ 797092 w 1981199"/>
                <a:gd name="connsiteY4-544" fmla="*/ 969801 h 1485941"/>
                <a:gd name="connsiteX5-545" fmla="*/ 1293308 w 1981199"/>
                <a:gd name="connsiteY5-546" fmla="*/ 921559 h 1485941"/>
                <a:gd name="connsiteX6-547" fmla="*/ 1628774 w 1981199"/>
                <a:gd name="connsiteY6-548" fmla="*/ 600711 h 1485941"/>
                <a:gd name="connsiteX7-549" fmla="*/ 1981199 w 1981199"/>
                <a:gd name="connsiteY7-550" fmla="*/ 924561 h 1485941"/>
                <a:gd name="connsiteX8-551" fmla="*/ 1043939 w 1981199"/>
                <a:gd name="connsiteY8-552" fmla="*/ 1485901 h 1485941"/>
                <a:gd name="connsiteX9-553" fmla="*/ 197890 w 1981199"/>
                <a:gd name="connsiteY9-554" fmla="*/ 1153390 h 1485941"/>
                <a:gd name="connsiteX10-555" fmla="*/ 0 w 1981199"/>
                <a:gd name="connsiteY10-556" fmla="*/ 675640 h 1485941"/>
                <a:gd name="connsiteX11-557" fmla="*/ 675640 w 1981199"/>
                <a:gd name="connsiteY11-558" fmla="*/ 0 h 1485941"/>
                <a:gd name="connsiteX0-559" fmla="*/ 675640 w 1981199"/>
                <a:gd name="connsiteY0-560" fmla="*/ 0 h 1485941"/>
                <a:gd name="connsiteX1-561" fmla="*/ 786706 w 1981199"/>
                <a:gd name="connsiteY1-562" fmla="*/ 11197 h 1485941"/>
                <a:gd name="connsiteX2-563" fmla="*/ 708212 w 1981199"/>
                <a:gd name="connsiteY2-564" fmla="*/ 53801 h 1485941"/>
                <a:gd name="connsiteX3-565" fmla="*/ 477520 w 1981199"/>
                <a:gd name="connsiteY3-566" fmla="*/ 487680 h 1485941"/>
                <a:gd name="connsiteX4-567" fmla="*/ 797092 w 1981199"/>
                <a:gd name="connsiteY4-568" fmla="*/ 969801 h 1485941"/>
                <a:gd name="connsiteX5-569" fmla="*/ 1293308 w 1981199"/>
                <a:gd name="connsiteY5-570" fmla="*/ 921559 h 1485941"/>
                <a:gd name="connsiteX6-571" fmla="*/ 1628774 w 1981199"/>
                <a:gd name="connsiteY6-572" fmla="*/ 600711 h 1485941"/>
                <a:gd name="connsiteX7-573" fmla="*/ 1981199 w 1981199"/>
                <a:gd name="connsiteY7-574" fmla="*/ 924561 h 1485941"/>
                <a:gd name="connsiteX8-575" fmla="*/ 1043939 w 1981199"/>
                <a:gd name="connsiteY8-576" fmla="*/ 1485901 h 1485941"/>
                <a:gd name="connsiteX9-577" fmla="*/ 197890 w 1981199"/>
                <a:gd name="connsiteY9-578" fmla="*/ 1153390 h 1485941"/>
                <a:gd name="connsiteX10-579" fmla="*/ 0 w 1981199"/>
                <a:gd name="connsiteY10-580" fmla="*/ 675640 h 1485941"/>
                <a:gd name="connsiteX11-581" fmla="*/ 675640 w 1981199"/>
                <a:gd name="connsiteY11-582" fmla="*/ 0 h 1485941"/>
                <a:gd name="connsiteX0-583" fmla="*/ 675640 w 1981199"/>
                <a:gd name="connsiteY0-584" fmla="*/ 0 h 1485941"/>
                <a:gd name="connsiteX1-585" fmla="*/ 786706 w 1981199"/>
                <a:gd name="connsiteY1-586" fmla="*/ 11197 h 1485941"/>
                <a:gd name="connsiteX2-587" fmla="*/ 708212 w 1981199"/>
                <a:gd name="connsiteY2-588" fmla="*/ 53801 h 1485941"/>
                <a:gd name="connsiteX3-589" fmla="*/ 477520 w 1981199"/>
                <a:gd name="connsiteY3-590" fmla="*/ 487680 h 1485941"/>
                <a:gd name="connsiteX4-591" fmla="*/ 797092 w 1981199"/>
                <a:gd name="connsiteY4-592" fmla="*/ 969801 h 1485941"/>
                <a:gd name="connsiteX5-593" fmla="*/ 1198058 w 1981199"/>
                <a:gd name="connsiteY5-594" fmla="*/ 974899 h 1485941"/>
                <a:gd name="connsiteX6-595" fmla="*/ 1628774 w 1981199"/>
                <a:gd name="connsiteY6-596" fmla="*/ 600711 h 1485941"/>
                <a:gd name="connsiteX7-597" fmla="*/ 1981199 w 1981199"/>
                <a:gd name="connsiteY7-598" fmla="*/ 924561 h 1485941"/>
                <a:gd name="connsiteX8-599" fmla="*/ 1043939 w 1981199"/>
                <a:gd name="connsiteY8-600" fmla="*/ 1485901 h 1485941"/>
                <a:gd name="connsiteX9-601" fmla="*/ 197890 w 1981199"/>
                <a:gd name="connsiteY9-602" fmla="*/ 1153390 h 1485941"/>
                <a:gd name="connsiteX10-603" fmla="*/ 0 w 1981199"/>
                <a:gd name="connsiteY10-604" fmla="*/ 675640 h 1485941"/>
                <a:gd name="connsiteX11-605" fmla="*/ 675640 w 1981199"/>
                <a:gd name="connsiteY11-606" fmla="*/ 0 h 1485941"/>
                <a:gd name="connsiteX0-607" fmla="*/ 675640 w 1981199"/>
                <a:gd name="connsiteY0-608" fmla="*/ 0 h 1485941"/>
                <a:gd name="connsiteX1-609" fmla="*/ 786706 w 1981199"/>
                <a:gd name="connsiteY1-610" fmla="*/ 11197 h 1485941"/>
                <a:gd name="connsiteX2-611" fmla="*/ 708212 w 1981199"/>
                <a:gd name="connsiteY2-612" fmla="*/ 53801 h 1485941"/>
                <a:gd name="connsiteX3-613" fmla="*/ 477520 w 1981199"/>
                <a:gd name="connsiteY3-614" fmla="*/ 487680 h 1485941"/>
                <a:gd name="connsiteX4-615" fmla="*/ 797092 w 1981199"/>
                <a:gd name="connsiteY4-616" fmla="*/ 969801 h 1485941"/>
                <a:gd name="connsiteX5-617" fmla="*/ 1198058 w 1981199"/>
                <a:gd name="connsiteY5-618" fmla="*/ 974899 h 1485941"/>
                <a:gd name="connsiteX6-619" fmla="*/ 1628774 w 1981199"/>
                <a:gd name="connsiteY6-620" fmla="*/ 600711 h 1485941"/>
                <a:gd name="connsiteX7-621" fmla="*/ 1981199 w 1981199"/>
                <a:gd name="connsiteY7-622" fmla="*/ 924561 h 1485941"/>
                <a:gd name="connsiteX8-623" fmla="*/ 1043939 w 1981199"/>
                <a:gd name="connsiteY8-624" fmla="*/ 1485901 h 1485941"/>
                <a:gd name="connsiteX9-625" fmla="*/ 197890 w 1981199"/>
                <a:gd name="connsiteY9-626" fmla="*/ 1153390 h 1485941"/>
                <a:gd name="connsiteX10-627" fmla="*/ 0 w 1981199"/>
                <a:gd name="connsiteY10-628" fmla="*/ 675640 h 1485941"/>
                <a:gd name="connsiteX11-629" fmla="*/ 675640 w 1981199"/>
                <a:gd name="connsiteY11-630" fmla="*/ 0 h 1485941"/>
                <a:gd name="connsiteX0-631" fmla="*/ 675640 w 1981199"/>
                <a:gd name="connsiteY0-632" fmla="*/ 0 h 1485941"/>
                <a:gd name="connsiteX1-633" fmla="*/ 786706 w 1981199"/>
                <a:gd name="connsiteY1-634" fmla="*/ 11197 h 1485941"/>
                <a:gd name="connsiteX2-635" fmla="*/ 708212 w 1981199"/>
                <a:gd name="connsiteY2-636" fmla="*/ 53801 h 1485941"/>
                <a:gd name="connsiteX3-637" fmla="*/ 477520 w 1981199"/>
                <a:gd name="connsiteY3-638" fmla="*/ 487680 h 1485941"/>
                <a:gd name="connsiteX4-639" fmla="*/ 766612 w 1981199"/>
                <a:gd name="connsiteY4-640" fmla="*/ 931701 h 1485941"/>
                <a:gd name="connsiteX5-641" fmla="*/ 1198058 w 1981199"/>
                <a:gd name="connsiteY5-642" fmla="*/ 974899 h 1485941"/>
                <a:gd name="connsiteX6-643" fmla="*/ 1628774 w 1981199"/>
                <a:gd name="connsiteY6-644" fmla="*/ 600711 h 1485941"/>
                <a:gd name="connsiteX7-645" fmla="*/ 1981199 w 1981199"/>
                <a:gd name="connsiteY7-646" fmla="*/ 924561 h 1485941"/>
                <a:gd name="connsiteX8-647" fmla="*/ 1043939 w 1981199"/>
                <a:gd name="connsiteY8-648" fmla="*/ 1485901 h 1485941"/>
                <a:gd name="connsiteX9-649" fmla="*/ 197890 w 1981199"/>
                <a:gd name="connsiteY9-650" fmla="*/ 1153390 h 1485941"/>
                <a:gd name="connsiteX10-651" fmla="*/ 0 w 1981199"/>
                <a:gd name="connsiteY10-652" fmla="*/ 675640 h 1485941"/>
                <a:gd name="connsiteX11-653" fmla="*/ 675640 w 1981199"/>
                <a:gd name="connsiteY11-654" fmla="*/ 0 h 1485941"/>
                <a:gd name="connsiteX0-655" fmla="*/ 675640 w 1981199"/>
                <a:gd name="connsiteY0-656" fmla="*/ 0 h 1485941"/>
                <a:gd name="connsiteX1-657" fmla="*/ 786706 w 1981199"/>
                <a:gd name="connsiteY1-658" fmla="*/ 11197 h 1485941"/>
                <a:gd name="connsiteX2-659" fmla="*/ 708212 w 1981199"/>
                <a:gd name="connsiteY2-660" fmla="*/ 53801 h 1485941"/>
                <a:gd name="connsiteX3-661" fmla="*/ 477520 w 1981199"/>
                <a:gd name="connsiteY3-662" fmla="*/ 487680 h 1485941"/>
                <a:gd name="connsiteX4-663" fmla="*/ 766612 w 1981199"/>
                <a:gd name="connsiteY4-664" fmla="*/ 931701 h 1485941"/>
                <a:gd name="connsiteX5-665" fmla="*/ 1198058 w 1981199"/>
                <a:gd name="connsiteY5-666" fmla="*/ 974899 h 1485941"/>
                <a:gd name="connsiteX6-667" fmla="*/ 1628774 w 1981199"/>
                <a:gd name="connsiteY6-668" fmla="*/ 600711 h 1485941"/>
                <a:gd name="connsiteX7-669" fmla="*/ 1981199 w 1981199"/>
                <a:gd name="connsiteY7-670" fmla="*/ 924561 h 1485941"/>
                <a:gd name="connsiteX8-671" fmla="*/ 1043939 w 1981199"/>
                <a:gd name="connsiteY8-672" fmla="*/ 1485901 h 1485941"/>
                <a:gd name="connsiteX9-673" fmla="*/ 197890 w 1981199"/>
                <a:gd name="connsiteY9-674" fmla="*/ 1153390 h 1485941"/>
                <a:gd name="connsiteX10-675" fmla="*/ 0 w 1981199"/>
                <a:gd name="connsiteY10-676" fmla="*/ 675640 h 1485941"/>
                <a:gd name="connsiteX11-677" fmla="*/ 675640 w 1981199"/>
                <a:gd name="connsiteY11-678" fmla="*/ 0 h 1485941"/>
                <a:gd name="connsiteX0-679" fmla="*/ 675640 w 1981199"/>
                <a:gd name="connsiteY0-680" fmla="*/ 0 h 1485941"/>
                <a:gd name="connsiteX1-681" fmla="*/ 786706 w 1981199"/>
                <a:gd name="connsiteY1-682" fmla="*/ 11197 h 1485941"/>
                <a:gd name="connsiteX2-683" fmla="*/ 708212 w 1981199"/>
                <a:gd name="connsiteY2-684" fmla="*/ 53801 h 1485941"/>
                <a:gd name="connsiteX3-685" fmla="*/ 477520 w 1981199"/>
                <a:gd name="connsiteY3-686" fmla="*/ 487680 h 1485941"/>
                <a:gd name="connsiteX4-687" fmla="*/ 766612 w 1981199"/>
                <a:gd name="connsiteY4-688" fmla="*/ 931701 h 1485941"/>
                <a:gd name="connsiteX5-689" fmla="*/ 1628774 w 1981199"/>
                <a:gd name="connsiteY5-690" fmla="*/ 600711 h 1485941"/>
                <a:gd name="connsiteX6-691" fmla="*/ 1981199 w 1981199"/>
                <a:gd name="connsiteY6-692" fmla="*/ 924561 h 1485941"/>
                <a:gd name="connsiteX7-693" fmla="*/ 1043939 w 1981199"/>
                <a:gd name="connsiteY7-694" fmla="*/ 1485901 h 1485941"/>
                <a:gd name="connsiteX8-695" fmla="*/ 197890 w 1981199"/>
                <a:gd name="connsiteY8-696" fmla="*/ 1153390 h 1485941"/>
                <a:gd name="connsiteX9-697" fmla="*/ 0 w 1981199"/>
                <a:gd name="connsiteY9-698" fmla="*/ 675640 h 1485941"/>
                <a:gd name="connsiteX10-699" fmla="*/ 675640 w 1981199"/>
                <a:gd name="connsiteY10-700" fmla="*/ 0 h 1485941"/>
                <a:gd name="connsiteX0-701" fmla="*/ 675640 w 1981199"/>
                <a:gd name="connsiteY0-702" fmla="*/ 0 h 1485941"/>
                <a:gd name="connsiteX1-703" fmla="*/ 786706 w 1981199"/>
                <a:gd name="connsiteY1-704" fmla="*/ 11197 h 1485941"/>
                <a:gd name="connsiteX2-705" fmla="*/ 708212 w 1981199"/>
                <a:gd name="connsiteY2-706" fmla="*/ 53801 h 1485941"/>
                <a:gd name="connsiteX3-707" fmla="*/ 477520 w 1981199"/>
                <a:gd name="connsiteY3-708" fmla="*/ 487680 h 1485941"/>
                <a:gd name="connsiteX4-709" fmla="*/ 766612 w 1981199"/>
                <a:gd name="connsiteY4-710" fmla="*/ 931701 h 1485941"/>
                <a:gd name="connsiteX5-711" fmla="*/ 1602104 w 1981199"/>
                <a:gd name="connsiteY5-712" fmla="*/ 562611 h 1485941"/>
                <a:gd name="connsiteX6-713" fmla="*/ 1981199 w 1981199"/>
                <a:gd name="connsiteY6-714" fmla="*/ 924561 h 1485941"/>
                <a:gd name="connsiteX7-715" fmla="*/ 1043939 w 1981199"/>
                <a:gd name="connsiteY7-716" fmla="*/ 1485901 h 1485941"/>
                <a:gd name="connsiteX8-717" fmla="*/ 197890 w 1981199"/>
                <a:gd name="connsiteY8-718" fmla="*/ 1153390 h 1485941"/>
                <a:gd name="connsiteX9-719" fmla="*/ 0 w 1981199"/>
                <a:gd name="connsiteY9-720" fmla="*/ 675640 h 1485941"/>
                <a:gd name="connsiteX10-721" fmla="*/ 675640 w 1981199"/>
                <a:gd name="connsiteY10-722" fmla="*/ 0 h 1485941"/>
                <a:gd name="connsiteX0-723" fmla="*/ 675640 w 1981199"/>
                <a:gd name="connsiteY0-724" fmla="*/ 0 h 1485941"/>
                <a:gd name="connsiteX1-725" fmla="*/ 786706 w 1981199"/>
                <a:gd name="connsiteY1-726" fmla="*/ 11197 h 1485941"/>
                <a:gd name="connsiteX2-727" fmla="*/ 708212 w 1981199"/>
                <a:gd name="connsiteY2-728" fmla="*/ 53801 h 1485941"/>
                <a:gd name="connsiteX3-729" fmla="*/ 477520 w 1981199"/>
                <a:gd name="connsiteY3-730" fmla="*/ 487680 h 1485941"/>
                <a:gd name="connsiteX4-731" fmla="*/ 766612 w 1981199"/>
                <a:gd name="connsiteY4-732" fmla="*/ 931701 h 1485941"/>
                <a:gd name="connsiteX5-733" fmla="*/ 1602104 w 1981199"/>
                <a:gd name="connsiteY5-734" fmla="*/ 562611 h 1485941"/>
                <a:gd name="connsiteX6-735" fmla="*/ 1981199 w 1981199"/>
                <a:gd name="connsiteY6-736" fmla="*/ 924561 h 1485941"/>
                <a:gd name="connsiteX7-737" fmla="*/ 1043939 w 1981199"/>
                <a:gd name="connsiteY7-738" fmla="*/ 1485901 h 1485941"/>
                <a:gd name="connsiteX8-739" fmla="*/ 197890 w 1981199"/>
                <a:gd name="connsiteY8-740" fmla="*/ 1153390 h 1485941"/>
                <a:gd name="connsiteX9-741" fmla="*/ 0 w 1981199"/>
                <a:gd name="connsiteY9-742" fmla="*/ 675640 h 1485941"/>
                <a:gd name="connsiteX10-743" fmla="*/ 675640 w 1981199"/>
                <a:gd name="connsiteY10-744" fmla="*/ 0 h 1485941"/>
                <a:gd name="connsiteX0-745" fmla="*/ 675640 w 1981199"/>
                <a:gd name="connsiteY0-746" fmla="*/ 0 h 1485941"/>
                <a:gd name="connsiteX1-747" fmla="*/ 786706 w 1981199"/>
                <a:gd name="connsiteY1-748" fmla="*/ 11197 h 1485941"/>
                <a:gd name="connsiteX2-749" fmla="*/ 708212 w 1981199"/>
                <a:gd name="connsiteY2-750" fmla="*/ 53801 h 1485941"/>
                <a:gd name="connsiteX3-751" fmla="*/ 477520 w 1981199"/>
                <a:gd name="connsiteY3-752" fmla="*/ 487680 h 1485941"/>
                <a:gd name="connsiteX4-753" fmla="*/ 766612 w 1981199"/>
                <a:gd name="connsiteY4-754" fmla="*/ 931701 h 1485941"/>
                <a:gd name="connsiteX5-755" fmla="*/ 1602104 w 1981199"/>
                <a:gd name="connsiteY5-756" fmla="*/ 562611 h 1485941"/>
                <a:gd name="connsiteX6-757" fmla="*/ 1981199 w 1981199"/>
                <a:gd name="connsiteY6-758" fmla="*/ 924561 h 1485941"/>
                <a:gd name="connsiteX7-759" fmla="*/ 1043939 w 1981199"/>
                <a:gd name="connsiteY7-760" fmla="*/ 1485901 h 1485941"/>
                <a:gd name="connsiteX8-761" fmla="*/ 197890 w 1981199"/>
                <a:gd name="connsiteY8-762" fmla="*/ 1153390 h 1485941"/>
                <a:gd name="connsiteX9-763" fmla="*/ 0 w 1981199"/>
                <a:gd name="connsiteY9-764" fmla="*/ 675640 h 1485941"/>
                <a:gd name="connsiteX10-765" fmla="*/ 675640 w 1981199"/>
                <a:gd name="connsiteY10-766" fmla="*/ 0 h 1485941"/>
                <a:gd name="connsiteX0-767" fmla="*/ 675640 w 1981199"/>
                <a:gd name="connsiteY0-768" fmla="*/ 0 h 1485941"/>
                <a:gd name="connsiteX1-769" fmla="*/ 786706 w 1981199"/>
                <a:gd name="connsiteY1-770" fmla="*/ 11197 h 1485941"/>
                <a:gd name="connsiteX2-771" fmla="*/ 708212 w 1981199"/>
                <a:gd name="connsiteY2-772" fmla="*/ 53801 h 1485941"/>
                <a:gd name="connsiteX3-773" fmla="*/ 477520 w 1981199"/>
                <a:gd name="connsiteY3-774" fmla="*/ 487680 h 1485941"/>
                <a:gd name="connsiteX4-775" fmla="*/ 766612 w 1981199"/>
                <a:gd name="connsiteY4-776" fmla="*/ 931701 h 1485941"/>
                <a:gd name="connsiteX5-777" fmla="*/ 1602104 w 1981199"/>
                <a:gd name="connsiteY5-778" fmla="*/ 562611 h 1485941"/>
                <a:gd name="connsiteX6-779" fmla="*/ 1981199 w 1981199"/>
                <a:gd name="connsiteY6-780" fmla="*/ 924561 h 1485941"/>
                <a:gd name="connsiteX7-781" fmla="*/ 1043939 w 1981199"/>
                <a:gd name="connsiteY7-782" fmla="*/ 1485901 h 1485941"/>
                <a:gd name="connsiteX8-783" fmla="*/ 197890 w 1981199"/>
                <a:gd name="connsiteY8-784" fmla="*/ 1153390 h 1485941"/>
                <a:gd name="connsiteX9-785" fmla="*/ 0 w 1981199"/>
                <a:gd name="connsiteY9-786" fmla="*/ 675640 h 1485941"/>
                <a:gd name="connsiteX10-787" fmla="*/ 675640 w 1981199"/>
                <a:gd name="connsiteY10-788" fmla="*/ 0 h 1485941"/>
                <a:gd name="connsiteX0-789" fmla="*/ 675640 w 1981199"/>
                <a:gd name="connsiteY0-790" fmla="*/ 0 h 1485941"/>
                <a:gd name="connsiteX1-791" fmla="*/ 786706 w 1981199"/>
                <a:gd name="connsiteY1-792" fmla="*/ 11197 h 1485941"/>
                <a:gd name="connsiteX2-793" fmla="*/ 708212 w 1981199"/>
                <a:gd name="connsiteY2-794" fmla="*/ 53801 h 1485941"/>
                <a:gd name="connsiteX3-795" fmla="*/ 477520 w 1981199"/>
                <a:gd name="connsiteY3-796" fmla="*/ 487680 h 1485941"/>
                <a:gd name="connsiteX4-797" fmla="*/ 778042 w 1981199"/>
                <a:gd name="connsiteY4-798" fmla="*/ 916461 h 1485941"/>
                <a:gd name="connsiteX5-799" fmla="*/ 1602104 w 1981199"/>
                <a:gd name="connsiteY5-800" fmla="*/ 562611 h 1485941"/>
                <a:gd name="connsiteX6-801" fmla="*/ 1981199 w 1981199"/>
                <a:gd name="connsiteY6-802" fmla="*/ 924561 h 1485941"/>
                <a:gd name="connsiteX7-803" fmla="*/ 1043939 w 1981199"/>
                <a:gd name="connsiteY7-804" fmla="*/ 1485901 h 1485941"/>
                <a:gd name="connsiteX8-805" fmla="*/ 197890 w 1981199"/>
                <a:gd name="connsiteY8-806" fmla="*/ 1153390 h 1485941"/>
                <a:gd name="connsiteX9-807" fmla="*/ 0 w 1981199"/>
                <a:gd name="connsiteY9-808" fmla="*/ 675640 h 1485941"/>
                <a:gd name="connsiteX10-809" fmla="*/ 675640 w 1981199"/>
                <a:gd name="connsiteY10-810" fmla="*/ 0 h 14859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1981199" h="1485941">
                  <a:moveTo>
                    <a:pt x="675640" y="0"/>
                  </a:moveTo>
                  <a:lnTo>
                    <a:pt x="786706" y="11197"/>
                  </a:lnTo>
                  <a:lnTo>
                    <a:pt x="708212" y="53801"/>
                  </a:lnTo>
                  <a:cubicBezTo>
                    <a:pt x="569029" y="147831"/>
                    <a:pt x="465882" y="343903"/>
                    <a:pt x="477520" y="487680"/>
                  </a:cubicBezTo>
                  <a:cubicBezTo>
                    <a:pt x="489158" y="631457"/>
                    <a:pt x="597596" y="855712"/>
                    <a:pt x="778042" y="916461"/>
                  </a:cubicBezTo>
                  <a:cubicBezTo>
                    <a:pt x="958488" y="977210"/>
                    <a:pt x="1163453" y="1059101"/>
                    <a:pt x="1602104" y="562611"/>
                  </a:cubicBezTo>
                  <a:lnTo>
                    <a:pt x="1981199" y="924561"/>
                  </a:lnTo>
                  <a:cubicBezTo>
                    <a:pt x="1882457" y="1074209"/>
                    <a:pt x="1369097" y="1483323"/>
                    <a:pt x="1043939" y="1485901"/>
                  </a:cubicBezTo>
                  <a:cubicBezTo>
                    <a:pt x="718781" y="1488479"/>
                    <a:pt x="380770" y="1366750"/>
                    <a:pt x="197890" y="1153390"/>
                  </a:cubicBezTo>
                  <a:cubicBezTo>
                    <a:pt x="75623" y="1031123"/>
                    <a:pt x="0" y="862213"/>
                    <a:pt x="0" y="675640"/>
                  </a:cubicBezTo>
                  <a:cubicBezTo>
                    <a:pt x="0" y="302494"/>
                    <a:pt x="302494" y="0"/>
                    <a:pt x="675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任意多边形 38"/>
            <p:cNvSpPr/>
            <p:nvPr/>
          </p:nvSpPr>
          <p:spPr>
            <a:xfrm>
              <a:off x="4150360" y="3378198"/>
              <a:ext cx="1145624" cy="1140462"/>
            </a:xfrm>
            <a:custGeom>
              <a:avLst/>
              <a:gdLst>
                <a:gd name="connsiteX0" fmla="*/ 675640 w 1145624"/>
                <a:gd name="connsiteY0" fmla="*/ 0 h 1140462"/>
                <a:gd name="connsiteX1" fmla="*/ 786706 w 1145624"/>
                <a:gd name="connsiteY1" fmla="*/ 11197 h 1140462"/>
                <a:gd name="connsiteX2" fmla="*/ 708212 w 1145624"/>
                <a:gd name="connsiteY2" fmla="*/ 53801 h 1140462"/>
                <a:gd name="connsiteX3" fmla="*/ 477520 w 1145624"/>
                <a:gd name="connsiteY3" fmla="*/ 487680 h 1140462"/>
                <a:gd name="connsiteX4" fmla="*/ 778042 w 1145624"/>
                <a:gd name="connsiteY4" fmla="*/ 916461 h 1140462"/>
                <a:gd name="connsiteX5" fmla="*/ 1143046 w 1145624"/>
                <a:gd name="connsiteY5" fmla="*/ 932341 h 1140462"/>
                <a:gd name="connsiteX6" fmla="*/ 1145624 w 1145624"/>
                <a:gd name="connsiteY6" fmla="*/ 931198 h 1140462"/>
                <a:gd name="connsiteX7" fmla="*/ 1128462 w 1145624"/>
                <a:gd name="connsiteY7" fmla="*/ 948523 h 1140462"/>
                <a:gd name="connsiteX8" fmla="*/ 572135 w 1145624"/>
                <a:gd name="connsiteY8" fmla="*/ 1140462 h 1140462"/>
                <a:gd name="connsiteX9" fmla="*/ 132248 w 1145624"/>
                <a:gd name="connsiteY9" fmla="*/ 1028544 h 1140462"/>
                <a:gd name="connsiteX10" fmla="*/ 83843 w 1145624"/>
                <a:gd name="connsiteY10" fmla="*/ 995279 h 1140462"/>
                <a:gd name="connsiteX11" fmla="*/ 53095 w 1145624"/>
                <a:gd name="connsiteY11" fmla="*/ 938630 h 1140462"/>
                <a:gd name="connsiteX12" fmla="*/ 0 w 1145624"/>
                <a:gd name="connsiteY12" fmla="*/ 675640 h 1140462"/>
                <a:gd name="connsiteX13" fmla="*/ 675640 w 1145624"/>
                <a:gd name="connsiteY13" fmla="*/ 0 h 1140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5624" h="1140462">
                  <a:moveTo>
                    <a:pt x="675640" y="0"/>
                  </a:moveTo>
                  <a:lnTo>
                    <a:pt x="786706" y="11197"/>
                  </a:lnTo>
                  <a:lnTo>
                    <a:pt x="708212" y="53801"/>
                  </a:lnTo>
                  <a:cubicBezTo>
                    <a:pt x="569029" y="147831"/>
                    <a:pt x="465882" y="343903"/>
                    <a:pt x="477520" y="487680"/>
                  </a:cubicBezTo>
                  <a:cubicBezTo>
                    <a:pt x="489158" y="631457"/>
                    <a:pt x="597596" y="855712"/>
                    <a:pt x="778042" y="916461"/>
                  </a:cubicBezTo>
                  <a:cubicBezTo>
                    <a:pt x="879543" y="950633"/>
                    <a:pt x="988802" y="991493"/>
                    <a:pt x="1143046" y="932341"/>
                  </a:cubicBezTo>
                  <a:lnTo>
                    <a:pt x="1145624" y="931198"/>
                  </a:lnTo>
                  <a:lnTo>
                    <a:pt x="1128462" y="948523"/>
                  </a:lnTo>
                  <a:cubicBezTo>
                    <a:pt x="986086" y="1067113"/>
                    <a:pt x="789394" y="1140462"/>
                    <a:pt x="572135" y="1140462"/>
                  </a:cubicBezTo>
                  <a:cubicBezTo>
                    <a:pt x="409191" y="1140462"/>
                    <a:pt x="257816" y="1099203"/>
                    <a:pt x="132248" y="1028544"/>
                  </a:cubicBezTo>
                  <a:lnTo>
                    <a:pt x="83843" y="995279"/>
                  </a:lnTo>
                  <a:lnTo>
                    <a:pt x="53095" y="938630"/>
                  </a:lnTo>
                  <a:cubicBezTo>
                    <a:pt x="18906" y="857798"/>
                    <a:pt x="0" y="768927"/>
                    <a:pt x="0" y="675640"/>
                  </a:cubicBezTo>
                  <a:cubicBezTo>
                    <a:pt x="0" y="302494"/>
                    <a:pt x="302494" y="0"/>
                    <a:pt x="67564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组合 40"/>
          <p:cNvGrpSpPr/>
          <p:nvPr/>
        </p:nvGrpSpPr>
        <p:grpSpPr>
          <a:xfrm rot="10800000">
            <a:off x="6254691" y="2920586"/>
            <a:ext cx="2000035" cy="1500068"/>
            <a:chOff x="4150360" y="3378198"/>
            <a:chExt cx="1981199" cy="1485941"/>
          </a:xfrm>
        </p:grpSpPr>
        <p:sp>
          <p:nvSpPr>
            <p:cNvPr id="42" name="任意多边形 41"/>
            <p:cNvSpPr/>
            <p:nvPr/>
          </p:nvSpPr>
          <p:spPr>
            <a:xfrm>
              <a:off x="4150360" y="3378198"/>
              <a:ext cx="1981199" cy="1485941"/>
            </a:xfrm>
            <a:custGeom>
              <a:avLst/>
              <a:gdLst>
                <a:gd name="connsiteX0" fmla="*/ 675640 w 1981199"/>
                <a:gd name="connsiteY0" fmla="*/ 0 h 1500156"/>
                <a:gd name="connsiteX1" fmla="*/ 786706 w 1981199"/>
                <a:gd name="connsiteY1" fmla="*/ 11197 h 1500156"/>
                <a:gd name="connsiteX2" fmla="*/ 708212 w 1981199"/>
                <a:gd name="connsiteY2" fmla="*/ 53801 h 1500156"/>
                <a:gd name="connsiteX3" fmla="*/ 477520 w 1981199"/>
                <a:gd name="connsiteY3" fmla="*/ 487680 h 1500156"/>
                <a:gd name="connsiteX4" fmla="*/ 797092 w 1981199"/>
                <a:gd name="connsiteY4" fmla="*/ 969801 h 1500156"/>
                <a:gd name="connsiteX5" fmla="*/ 859644 w 1981199"/>
                <a:gd name="connsiteY5" fmla="*/ 989219 h 1500156"/>
                <a:gd name="connsiteX6" fmla="*/ 895309 w 1981199"/>
                <a:gd name="connsiteY6" fmla="*/ 1000290 h 1500156"/>
                <a:gd name="connsiteX7" fmla="*/ 1000760 w 1981199"/>
                <a:gd name="connsiteY7" fmla="*/ 1010920 h 1500156"/>
                <a:gd name="connsiteX8" fmla="*/ 1293308 w 1981199"/>
                <a:gd name="connsiteY8" fmla="*/ 921559 h 1500156"/>
                <a:gd name="connsiteX9" fmla="*/ 1306988 w 1981199"/>
                <a:gd name="connsiteY9" fmla="*/ 910272 h 1500156"/>
                <a:gd name="connsiteX10" fmla="*/ 1370746 w 1981199"/>
                <a:gd name="connsiteY10" fmla="*/ 857666 h 1500156"/>
                <a:gd name="connsiteX11" fmla="*/ 1460816 w 1981199"/>
                <a:gd name="connsiteY11" fmla="*/ 773114 h 1500156"/>
                <a:gd name="connsiteX12" fmla="*/ 1645919 w 1981199"/>
                <a:gd name="connsiteY12" fmla="*/ 619761 h 1500156"/>
                <a:gd name="connsiteX13" fmla="*/ 1981199 w 1981199"/>
                <a:gd name="connsiteY13" fmla="*/ 924561 h 1500156"/>
                <a:gd name="connsiteX14" fmla="*/ 1036319 w 1981199"/>
                <a:gd name="connsiteY14" fmla="*/ 1498601 h 1500156"/>
                <a:gd name="connsiteX15" fmla="*/ 208279 w 1981199"/>
                <a:gd name="connsiteY15" fmla="*/ 1163321 h 1500156"/>
                <a:gd name="connsiteX16" fmla="*/ 297883 w 1981199"/>
                <a:gd name="connsiteY16" fmla="*/ 1235891 h 1500156"/>
                <a:gd name="connsiteX17" fmla="*/ 209532 w 1981199"/>
                <a:gd name="connsiteY17" fmla="*/ 1162996 h 1500156"/>
                <a:gd name="connsiteX18" fmla="*/ 197890 w 1981199"/>
                <a:gd name="connsiteY18" fmla="*/ 1153390 h 1500156"/>
                <a:gd name="connsiteX19" fmla="*/ 0 w 1981199"/>
                <a:gd name="connsiteY19" fmla="*/ 675640 h 1500156"/>
                <a:gd name="connsiteX20" fmla="*/ 675640 w 1981199"/>
                <a:gd name="connsiteY20" fmla="*/ 0 h 1500156"/>
                <a:gd name="connsiteX0-1" fmla="*/ 675640 w 1981199"/>
                <a:gd name="connsiteY0-2" fmla="*/ 0 h 1500156"/>
                <a:gd name="connsiteX1-3" fmla="*/ 786706 w 1981199"/>
                <a:gd name="connsiteY1-4" fmla="*/ 11197 h 1500156"/>
                <a:gd name="connsiteX2-5" fmla="*/ 708212 w 1981199"/>
                <a:gd name="connsiteY2-6" fmla="*/ 53801 h 1500156"/>
                <a:gd name="connsiteX3-7" fmla="*/ 477520 w 1981199"/>
                <a:gd name="connsiteY3-8" fmla="*/ 487680 h 1500156"/>
                <a:gd name="connsiteX4-9" fmla="*/ 797092 w 1981199"/>
                <a:gd name="connsiteY4-10" fmla="*/ 969801 h 1500156"/>
                <a:gd name="connsiteX5-11" fmla="*/ 859644 w 1981199"/>
                <a:gd name="connsiteY5-12" fmla="*/ 989219 h 1500156"/>
                <a:gd name="connsiteX6-13" fmla="*/ 895309 w 1981199"/>
                <a:gd name="connsiteY6-14" fmla="*/ 1000290 h 1500156"/>
                <a:gd name="connsiteX7-15" fmla="*/ 1000760 w 1981199"/>
                <a:gd name="connsiteY7-16" fmla="*/ 1010920 h 1500156"/>
                <a:gd name="connsiteX8-17" fmla="*/ 1293308 w 1981199"/>
                <a:gd name="connsiteY8-18" fmla="*/ 921559 h 1500156"/>
                <a:gd name="connsiteX9-19" fmla="*/ 1306988 w 1981199"/>
                <a:gd name="connsiteY9-20" fmla="*/ 910272 h 1500156"/>
                <a:gd name="connsiteX10-21" fmla="*/ 1370746 w 1981199"/>
                <a:gd name="connsiteY10-22" fmla="*/ 857666 h 1500156"/>
                <a:gd name="connsiteX11-23" fmla="*/ 1460816 w 1981199"/>
                <a:gd name="connsiteY11-24" fmla="*/ 773114 h 1500156"/>
                <a:gd name="connsiteX12-25" fmla="*/ 1628774 w 1981199"/>
                <a:gd name="connsiteY12-26" fmla="*/ 600711 h 1500156"/>
                <a:gd name="connsiteX13-27" fmla="*/ 1981199 w 1981199"/>
                <a:gd name="connsiteY13-28" fmla="*/ 924561 h 1500156"/>
                <a:gd name="connsiteX14-29" fmla="*/ 1036319 w 1981199"/>
                <a:gd name="connsiteY14-30" fmla="*/ 1498601 h 1500156"/>
                <a:gd name="connsiteX15-31" fmla="*/ 208279 w 1981199"/>
                <a:gd name="connsiteY15-32" fmla="*/ 1163321 h 1500156"/>
                <a:gd name="connsiteX16-33" fmla="*/ 297883 w 1981199"/>
                <a:gd name="connsiteY16-34" fmla="*/ 1235891 h 1500156"/>
                <a:gd name="connsiteX17-35" fmla="*/ 209532 w 1981199"/>
                <a:gd name="connsiteY17-36" fmla="*/ 1162996 h 1500156"/>
                <a:gd name="connsiteX18-37" fmla="*/ 197890 w 1981199"/>
                <a:gd name="connsiteY18-38" fmla="*/ 1153390 h 1500156"/>
                <a:gd name="connsiteX19-39" fmla="*/ 0 w 1981199"/>
                <a:gd name="connsiteY19-40" fmla="*/ 675640 h 1500156"/>
                <a:gd name="connsiteX20-41" fmla="*/ 675640 w 1981199"/>
                <a:gd name="connsiteY20-42" fmla="*/ 0 h 1500156"/>
                <a:gd name="connsiteX0-43" fmla="*/ 675640 w 1981199"/>
                <a:gd name="connsiteY0-44" fmla="*/ 0 h 1500156"/>
                <a:gd name="connsiteX1-45" fmla="*/ 786706 w 1981199"/>
                <a:gd name="connsiteY1-46" fmla="*/ 11197 h 1500156"/>
                <a:gd name="connsiteX2-47" fmla="*/ 708212 w 1981199"/>
                <a:gd name="connsiteY2-48" fmla="*/ 53801 h 1500156"/>
                <a:gd name="connsiteX3-49" fmla="*/ 477520 w 1981199"/>
                <a:gd name="connsiteY3-50" fmla="*/ 487680 h 1500156"/>
                <a:gd name="connsiteX4-51" fmla="*/ 797092 w 1981199"/>
                <a:gd name="connsiteY4-52" fmla="*/ 969801 h 1500156"/>
                <a:gd name="connsiteX5-53" fmla="*/ 859644 w 1981199"/>
                <a:gd name="connsiteY5-54" fmla="*/ 989219 h 1500156"/>
                <a:gd name="connsiteX6-55" fmla="*/ 895309 w 1981199"/>
                <a:gd name="connsiteY6-56" fmla="*/ 1000290 h 1500156"/>
                <a:gd name="connsiteX7-57" fmla="*/ 1000760 w 1981199"/>
                <a:gd name="connsiteY7-58" fmla="*/ 1010920 h 1500156"/>
                <a:gd name="connsiteX8-59" fmla="*/ 1293308 w 1981199"/>
                <a:gd name="connsiteY8-60" fmla="*/ 921559 h 1500156"/>
                <a:gd name="connsiteX9-61" fmla="*/ 1306988 w 1981199"/>
                <a:gd name="connsiteY9-62" fmla="*/ 910272 h 1500156"/>
                <a:gd name="connsiteX10-63" fmla="*/ 1370746 w 1981199"/>
                <a:gd name="connsiteY10-64" fmla="*/ 857666 h 1500156"/>
                <a:gd name="connsiteX11-65" fmla="*/ 1628774 w 1981199"/>
                <a:gd name="connsiteY11-66" fmla="*/ 600711 h 1500156"/>
                <a:gd name="connsiteX12-67" fmla="*/ 1981199 w 1981199"/>
                <a:gd name="connsiteY12-68" fmla="*/ 924561 h 1500156"/>
                <a:gd name="connsiteX13-69" fmla="*/ 1036319 w 1981199"/>
                <a:gd name="connsiteY13-70" fmla="*/ 1498601 h 1500156"/>
                <a:gd name="connsiteX14-71" fmla="*/ 208279 w 1981199"/>
                <a:gd name="connsiteY14-72" fmla="*/ 1163321 h 1500156"/>
                <a:gd name="connsiteX15-73" fmla="*/ 297883 w 1981199"/>
                <a:gd name="connsiteY15-74" fmla="*/ 1235891 h 1500156"/>
                <a:gd name="connsiteX16-75" fmla="*/ 209532 w 1981199"/>
                <a:gd name="connsiteY16-76" fmla="*/ 1162996 h 1500156"/>
                <a:gd name="connsiteX17-77" fmla="*/ 197890 w 1981199"/>
                <a:gd name="connsiteY17-78" fmla="*/ 1153390 h 1500156"/>
                <a:gd name="connsiteX18-79" fmla="*/ 0 w 1981199"/>
                <a:gd name="connsiteY18-80" fmla="*/ 675640 h 1500156"/>
                <a:gd name="connsiteX19-81" fmla="*/ 675640 w 1981199"/>
                <a:gd name="connsiteY19-82" fmla="*/ 0 h 1500156"/>
                <a:gd name="connsiteX0-83" fmla="*/ 675640 w 1981199"/>
                <a:gd name="connsiteY0-84" fmla="*/ 0 h 1500156"/>
                <a:gd name="connsiteX1-85" fmla="*/ 786706 w 1981199"/>
                <a:gd name="connsiteY1-86" fmla="*/ 11197 h 1500156"/>
                <a:gd name="connsiteX2-87" fmla="*/ 708212 w 1981199"/>
                <a:gd name="connsiteY2-88" fmla="*/ 53801 h 1500156"/>
                <a:gd name="connsiteX3-89" fmla="*/ 477520 w 1981199"/>
                <a:gd name="connsiteY3-90" fmla="*/ 487680 h 1500156"/>
                <a:gd name="connsiteX4-91" fmla="*/ 797092 w 1981199"/>
                <a:gd name="connsiteY4-92" fmla="*/ 969801 h 1500156"/>
                <a:gd name="connsiteX5-93" fmla="*/ 859644 w 1981199"/>
                <a:gd name="connsiteY5-94" fmla="*/ 989219 h 1500156"/>
                <a:gd name="connsiteX6-95" fmla="*/ 895309 w 1981199"/>
                <a:gd name="connsiteY6-96" fmla="*/ 1000290 h 1500156"/>
                <a:gd name="connsiteX7-97" fmla="*/ 1000760 w 1981199"/>
                <a:gd name="connsiteY7-98" fmla="*/ 1010920 h 1500156"/>
                <a:gd name="connsiteX8-99" fmla="*/ 1293308 w 1981199"/>
                <a:gd name="connsiteY8-100" fmla="*/ 921559 h 1500156"/>
                <a:gd name="connsiteX9-101" fmla="*/ 1306988 w 1981199"/>
                <a:gd name="connsiteY9-102" fmla="*/ 910272 h 1500156"/>
                <a:gd name="connsiteX10-103" fmla="*/ 1370746 w 1981199"/>
                <a:gd name="connsiteY10-104" fmla="*/ 857666 h 1500156"/>
                <a:gd name="connsiteX11-105" fmla="*/ 1628774 w 1981199"/>
                <a:gd name="connsiteY11-106" fmla="*/ 600711 h 1500156"/>
                <a:gd name="connsiteX12-107" fmla="*/ 1981199 w 1981199"/>
                <a:gd name="connsiteY12-108" fmla="*/ 924561 h 1500156"/>
                <a:gd name="connsiteX13-109" fmla="*/ 1036319 w 1981199"/>
                <a:gd name="connsiteY13-110" fmla="*/ 1498601 h 1500156"/>
                <a:gd name="connsiteX14-111" fmla="*/ 208279 w 1981199"/>
                <a:gd name="connsiteY14-112" fmla="*/ 1163321 h 1500156"/>
                <a:gd name="connsiteX15-113" fmla="*/ 209532 w 1981199"/>
                <a:gd name="connsiteY15-114" fmla="*/ 1162996 h 1500156"/>
                <a:gd name="connsiteX16-115" fmla="*/ 197890 w 1981199"/>
                <a:gd name="connsiteY16-116" fmla="*/ 1153390 h 1500156"/>
                <a:gd name="connsiteX17-117" fmla="*/ 0 w 1981199"/>
                <a:gd name="connsiteY17-118" fmla="*/ 675640 h 1500156"/>
                <a:gd name="connsiteX18-119" fmla="*/ 675640 w 1981199"/>
                <a:gd name="connsiteY18-120" fmla="*/ 0 h 1500156"/>
                <a:gd name="connsiteX0-121" fmla="*/ 675640 w 1981199"/>
                <a:gd name="connsiteY0-122" fmla="*/ 0 h 1500156"/>
                <a:gd name="connsiteX1-123" fmla="*/ 786706 w 1981199"/>
                <a:gd name="connsiteY1-124" fmla="*/ 11197 h 1500156"/>
                <a:gd name="connsiteX2-125" fmla="*/ 708212 w 1981199"/>
                <a:gd name="connsiteY2-126" fmla="*/ 53801 h 1500156"/>
                <a:gd name="connsiteX3-127" fmla="*/ 477520 w 1981199"/>
                <a:gd name="connsiteY3-128" fmla="*/ 487680 h 1500156"/>
                <a:gd name="connsiteX4-129" fmla="*/ 797092 w 1981199"/>
                <a:gd name="connsiteY4-130" fmla="*/ 969801 h 1500156"/>
                <a:gd name="connsiteX5-131" fmla="*/ 859644 w 1981199"/>
                <a:gd name="connsiteY5-132" fmla="*/ 989219 h 1500156"/>
                <a:gd name="connsiteX6-133" fmla="*/ 895309 w 1981199"/>
                <a:gd name="connsiteY6-134" fmla="*/ 1000290 h 1500156"/>
                <a:gd name="connsiteX7-135" fmla="*/ 1000760 w 1981199"/>
                <a:gd name="connsiteY7-136" fmla="*/ 1010920 h 1500156"/>
                <a:gd name="connsiteX8-137" fmla="*/ 1293308 w 1981199"/>
                <a:gd name="connsiteY8-138" fmla="*/ 921559 h 1500156"/>
                <a:gd name="connsiteX9-139" fmla="*/ 1306988 w 1981199"/>
                <a:gd name="connsiteY9-140" fmla="*/ 910272 h 1500156"/>
                <a:gd name="connsiteX10-141" fmla="*/ 1370746 w 1981199"/>
                <a:gd name="connsiteY10-142" fmla="*/ 857666 h 1500156"/>
                <a:gd name="connsiteX11-143" fmla="*/ 1628774 w 1981199"/>
                <a:gd name="connsiteY11-144" fmla="*/ 600711 h 1500156"/>
                <a:gd name="connsiteX12-145" fmla="*/ 1981199 w 1981199"/>
                <a:gd name="connsiteY12-146" fmla="*/ 924561 h 1500156"/>
                <a:gd name="connsiteX13-147" fmla="*/ 1036319 w 1981199"/>
                <a:gd name="connsiteY13-148" fmla="*/ 1498601 h 1500156"/>
                <a:gd name="connsiteX14-149" fmla="*/ 208279 w 1981199"/>
                <a:gd name="connsiteY14-150" fmla="*/ 1163321 h 1500156"/>
                <a:gd name="connsiteX15-151" fmla="*/ 197890 w 1981199"/>
                <a:gd name="connsiteY15-152" fmla="*/ 1153390 h 1500156"/>
                <a:gd name="connsiteX16-153" fmla="*/ 0 w 1981199"/>
                <a:gd name="connsiteY16-154" fmla="*/ 675640 h 1500156"/>
                <a:gd name="connsiteX17-155" fmla="*/ 675640 w 1981199"/>
                <a:gd name="connsiteY17-156" fmla="*/ 0 h 1500156"/>
                <a:gd name="connsiteX0-157" fmla="*/ 675640 w 1981199"/>
                <a:gd name="connsiteY0-158" fmla="*/ 0 h 1502565"/>
                <a:gd name="connsiteX1-159" fmla="*/ 786706 w 1981199"/>
                <a:gd name="connsiteY1-160" fmla="*/ 11197 h 1502565"/>
                <a:gd name="connsiteX2-161" fmla="*/ 708212 w 1981199"/>
                <a:gd name="connsiteY2-162" fmla="*/ 53801 h 1502565"/>
                <a:gd name="connsiteX3-163" fmla="*/ 477520 w 1981199"/>
                <a:gd name="connsiteY3-164" fmla="*/ 487680 h 1502565"/>
                <a:gd name="connsiteX4-165" fmla="*/ 797092 w 1981199"/>
                <a:gd name="connsiteY4-166" fmla="*/ 969801 h 1502565"/>
                <a:gd name="connsiteX5-167" fmla="*/ 859644 w 1981199"/>
                <a:gd name="connsiteY5-168" fmla="*/ 989219 h 1502565"/>
                <a:gd name="connsiteX6-169" fmla="*/ 895309 w 1981199"/>
                <a:gd name="connsiteY6-170" fmla="*/ 1000290 h 1502565"/>
                <a:gd name="connsiteX7-171" fmla="*/ 1000760 w 1981199"/>
                <a:gd name="connsiteY7-172" fmla="*/ 1010920 h 1502565"/>
                <a:gd name="connsiteX8-173" fmla="*/ 1293308 w 1981199"/>
                <a:gd name="connsiteY8-174" fmla="*/ 921559 h 1502565"/>
                <a:gd name="connsiteX9-175" fmla="*/ 1306988 w 1981199"/>
                <a:gd name="connsiteY9-176" fmla="*/ 910272 h 1502565"/>
                <a:gd name="connsiteX10-177" fmla="*/ 1370746 w 1981199"/>
                <a:gd name="connsiteY10-178" fmla="*/ 857666 h 1502565"/>
                <a:gd name="connsiteX11-179" fmla="*/ 1628774 w 1981199"/>
                <a:gd name="connsiteY11-180" fmla="*/ 600711 h 1502565"/>
                <a:gd name="connsiteX12-181" fmla="*/ 1981199 w 1981199"/>
                <a:gd name="connsiteY12-182" fmla="*/ 924561 h 1502565"/>
                <a:gd name="connsiteX13-183" fmla="*/ 1036319 w 1981199"/>
                <a:gd name="connsiteY13-184" fmla="*/ 1498601 h 1502565"/>
                <a:gd name="connsiteX14-185" fmla="*/ 197890 w 1981199"/>
                <a:gd name="connsiteY14-186" fmla="*/ 1153390 h 1502565"/>
                <a:gd name="connsiteX15-187" fmla="*/ 0 w 1981199"/>
                <a:gd name="connsiteY15-188" fmla="*/ 675640 h 1502565"/>
                <a:gd name="connsiteX16-189" fmla="*/ 675640 w 1981199"/>
                <a:gd name="connsiteY16-190" fmla="*/ 0 h 1502565"/>
                <a:gd name="connsiteX0-191" fmla="*/ 675640 w 1981199"/>
                <a:gd name="connsiteY0-192" fmla="*/ 0 h 1503976"/>
                <a:gd name="connsiteX1-193" fmla="*/ 786706 w 1981199"/>
                <a:gd name="connsiteY1-194" fmla="*/ 11197 h 1503976"/>
                <a:gd name="connsiteX2-195" fmla="*/ 708212 w 1981199"/>
                <a:gd name="connsiteY2-196" fmla="*/ 53801 h 1503976"/>
                <a:gd name="connsiteX3-197" fmla="*/ 477520 w 1981199"/>
                <a:gd name="connsiteY3-198" fmla="*/ 487680 h 1503976"/>
                <a:gd name="connsiteX4-199" fmla="*/ 797092 w 1981199"/>
                <a:gd name="connsiteY4-200" fmla="*/ 969801 h 1503976"/>
                <a:gd name="connsiteX5-201" fmla="*/ 859644 w 1981199"/>
                <a:gd name="connsiteY5-202" fmla="*/ 989219 h 1503976"/>
                <a:gd name="connsiteX6-203" fmla="*/ 895309 w 1981199"/>
                <a:gd name="connsiteY6-204" fmla="*/ 1000290 h 1503976"/>
                <a:gd name="connsiteX7-205" fmla="*/ 1000760 w 1981199"/>
                <a:gd name="connsiteY7-206" fmla="*/ 1010920 h 1503976"/>
                <a:gd name="connsiteX8-207" fmla="*/ 1293308 w 1981199"/>
                <a:gd name="connsiteY8-208" fmla="*/ 921559 h 1503976"/>
                <a:gd name="connsiteX9-209" fmla="*/ 1306988 w 1981199"/>
                <a:gd name="connsiteY9-210" fmla="*/ 910272 h 1503976"/>
                <a:gd name="connsiteX10-211" fmla="*/ 1370746 w 1981199"/>
                <a:gd name="connsiteY10-212" fmla="*/ 857666 h 1503976"/>
                <a:gd name="connsiteX11-213" fmla="*/ 1628774 w 1981199"/>
                <a:gd name="connsiteY11-214" fmla="*/ 600711 h 1503976"/>
                <a:gd name="connsiteX12-215" fmla="*/ 1981199 w 1981199"/>
                <a:gd name="connsiteY12-216" fmla="*/ 924561 h 1503976"/>
                <a:gd name="connsiteX13-217" fmla="*/ 1036319 w 1981199"/>
                <a:gd name="connsiteY13-218" fmla="*/ 1498601 h 1503976"/>
                <a:gd name="connsiteX14-219" fmla="*/ 197890 w 1981199"/>
                <a:gd name="connsiteY14-220" fmla="*/ 1153390 h 1503976"/>
                <a:gd name="connsiteX15-221" fmla="*/ 0 w 1981199"/>
                <a:gd name="connsiteY15-222" fmla="*/ 675640 h 1503976"/>
                <a:gd name="connsiteX16-223" fmla="*/ 675640 w 1981199"/>
                <a:gd name="connsiteY16-224" fmla="*/ 0 h 1503976"/>
                <a:gd name="connsiteX0-225" fmla="*/ 675640 w 1981199"/>
                <a:gd name="connsiteY0-226" fmla="*/ 0 h 1503976"/>
                <a:gd name="connsiteX1-227" fmla="*/ 786706 w 1981199"/>
                <a:gd name="connsiteY1-228" fmla="*/ 11197 h 1503976"/>
                <a:gd name="connsiteX2-229" fmla="*/ 708212 w 1981199"/>
                <a:gd name="connsiteY2-230" fmla="*/ 53801 h 1503976"/>
                <a:gd name="connsiteX3-231" fmla="*/ 477520 w 1981199"/>
                <a:gd name="connsiteY3-232" fmla="*/ 487680 h 1503976"/>
                <a:gd name="connsiteX4-233" fmla="*/ 797092 w 1981199"/>
                <a:gd name="connsiteY4-234" fmla="*/ 969801 h 1503976"/>
                <a:gd name="connsiteX5-235" fmla="*/ 859644 w 1981199"/>
                <a:gd name="connsiteY5-236" fmla="*/ 989219 h 1503976"/>
                <a:gd name="connsiteX6-237" fmla="*/ 895309 w 1981199"/>
                <a:gd name="connsiteY6-238" fmla="*/ 1000290 h 1503976"/>
                <a:gd name="connsiteX7-239" fmla="*/ 1000760 w 1981199"/>
                <a:gd name="connsiteY7-240" fmla="*/ 1010920 h 1503976"/>
                <a:gd name="connsiteX8-241" fmla="*/ 1293308 w 1981199"/>
                <a:gd name="connsiteY8-242" fmla="*/ 921559 h 1503976"/>
                <a:gd name="connsiteX9-243" fmla="*/ 1306988 w 1981199"/>
                <a:gd name="connsiteY9-244" fmla="*/ 910272 h 1503976"/>
                <a:gd name="connsiteX10-245" fmla="*/ 1370746 w 1981199"/>
                <a:gd name="connsiteY10-246" fmla="*/ 857666 h 1503976"/>
                <a:gd name="connsiteX11-247" fmla="*/ 1628774 w 1981199"/>
                <a:gd name="connsiteY11-248" fmla="*/ 600711 h 1503976"/>
                <a:gd name="connsiteX12-249" fmla="*/ 1981199 w 1981199"/>
                <a:gd name="connsiteY12-250" fmla="*/ 924561 h 1503976"/>
                <a:gd name="connsiteX13-251" fmla="*/ 1036319 w 1981199"/>
                <a:gd name="connsiteY13-252" fmla="*/ 1498601 h 1503976"/>
                <a:gd name="connsiteX14-253" fmla="*/ 197890 w 1981199"/>
                <a:gd name="connsiteY14-254" fmla="*/ 1153390 h 1503976"/>
                <a:gd name="connsiteX15-255" fmla="*/ 0 w 1981199"/>
                <a:gd name="connsiteY15-256" fmla="*/ 675640 h 1503976"/>
                <a:gd name="connsiteX16-257" fmla="*/ 675640 w 1981199"/>
                <a:gd name="connsiteY16-258" fmla="*/ 0 h 1503976"/>
                <a:gd name="connsiteX0-259" fmla="*/ 675640 w 1981199"/>
                <a:gd name="connsiteY0-260" fmla="*/ 0 h 1491619"/>
                <a:gd name="connsiteX1-261" fmla="*/ 786706 w 1981199"/>
                <a:gd name="connsiteY1-262" fmla="*/ 11197 h 1491619"/>
                <a:gd name="connsiteX2-263" fmla="*/ 708212 w 1981199"/>
                <a:gd name="connsiteY2-264" fmla="*/ 53801 h 1491619"/>
                <a:gd name="connsiteX3-265" fmla="*/ 477520 w 1981199"/>
                <a:gd name="connsiteY3-266" fmla="*/ 487680 h 1491619"/>
                <a:gd name="connsiteX4-267" fmla="*/ 797092 w 1981199"/>
                <a:gd name="connsiteY4-268" fmla="*/ 969801 h 1491619"/>
                <a:gd name="connsiteX5-269" fmla="*/ 859644 w 1981199"/>
                <a:gd name="connsiteY5-270" fmla="*/ 989219 h 1491619"/>
                <a:gd name="connsiteX6-271" fmla="*/ 895309 w 1981199"/>
                <a:gd name="connsiteY6-272" fmla="*/ 1000290 h 1491619"/>
                <a:gd name="connsiteX7-273" fmla="*/ 1000760 w 1981199"/>
                <a:gd name="connsiteY7-274" fmla="*/ 1010920 h 1491619"/>
                <a:gd name="connsiteX8-275" fmla="*/ 1293308 w 1981199"/>
                <a:gd name="connsiteY8-276" fmla="*/ 921559 h 1491619"/>
                <a:gd name="connsiteX9-277" fmla="*/ 1306988 w 1981199"/>
                <a:gd name="connsiteY9-278" fmla="*/ 910272 h 1491619"/>
                <a:gd name="connsiteX10-279" fmla="*/ 1370746 w 1981199"/>
                <a:gd name="connsiteY10-280" fmla="*/ 857666 h 1491619"/>
                <a:gd name="connsiteX11-281" fmla="*/ 1628774 w 1981199"/>
                <a:gd name="connsiteY11-282" fmla="*/ 600711 h 1491619"/>
                <a:gd name="connsiteX12-283" fmla="*/ 1981199 w 1981199"/>
                <a:gd name="connsiteY12-284" fmla="*/ 924561 h 1491619"/>
                <a:gd name="connsiteX13-285" fmla="*/ 1043939 w 1981199"/>
                <a:gd name="connsiteY13-286" fmla="*/ 1485901 h 1491619"/>
                <a:gd name="connsiteX14-287" fmla="*/ 197890 w 1981199"/>
                <a:gd name="connsiteY14-288" fmla="*/ 1153390 h 1491619"/>
                <a:gd name="connsiteX15-289" fmla="*/ 0 w 1981199"/>
                <a:gd name="connsiteY15-290" fmla="*/ 675640 h 1491619"/>
                <a:gd name="connsiteX16-291" fmla="*/ 675640 w 1981199"/>
                <a:gd name="connsiteY16-292" fmla="*/ 0 h 1491619"/>
                <a:gd name="connsiteX0-293" fmla="*/ 675640 w 1981199"/>
                <a:gd name="connsiteY0-294" fmla="*/ 0 h 1486960"/>
                <a:gd name="connsiteX1-295" fmla="*/ 786706 w 1981199"/>
                <a:gd name="connsiteY1-296" fmla="*/ 11197 h 1486960"/>
                <a:gd name="connsiteX2-297" fmla="*/ 708212 w 1981199"/>
                <a:gd name="connsiteY2-298" fmla="*/ 53801 h 1486960"/>
                <a:gd name="connsiteX3-299" fmla="*/ 477520 w 1981199"/>
                <a:gd name="connsiteY3-300" fmla="*/ 487680 h 1486960"/>
                <a:gd name="connsiteX4-301" fmla="*/ 797092 w 1981199"/>
                <a:gd name="connsiteY4-302" fmla="*/ 969801 h 1486960"/>
                <a:gd name="connsiteX5-303" fmla="*/ 859644 w 1981199"/>
                <a:gd name="connsiteY5-304" fmla="*/ 989219 h 1486960"/>
                <a:gd name="connsiteX6-305" fmla="*/ 895309 w 1981199"/>
                <a:gd name="connsiteY6-306" fmla="*/ 1000290 h 1486960"/>
                <a:gd name="connsiteX7-307" fmla="*/ 1000760 w 1981199"/>
                <a:gd name="connsiteY7-308" fmla="*/ 1010920 h 1486960"/>
                <a:gd name="connsiteX8-309" fmla="*/ 1293308 w 1981199"/>
                <a:gd name="connsiteY8-310" fmla="*/ 921559 h 1486960"/>
                <a:gd name="connsiteX9-311" fmla="*/ 1306988 w 1981199"/>
                <a:gd name="connsiteY9-312" fmla="*/ 910272 h 1486960"/>
                <a:gd name="connsiteX10-313" fmla="*/ 1370746 w 1981199"/>
                <a:gd name="connsiteY10-314" fmla="*/ 857666 h 1486960"/>
                <a:gd name="connsiteX11-315" fmla="*/ 1628774 w 1981199"/>
                <a:gd name="connsiteY11-316" fmla="*/ 600711 h 1486960"/>
                <a:gd name="connsiteX12-317" fmla="*/ 1981199 w 1981199"/>
                <a:gd name="connsiteY12-318" fmla="*/ 924561 h 1486960"/>
                <a:gd name="connsiteX13-319" fmla="*/ 1043939 w 1981199"/>
                <a:gd name="connsiteY13-320" fmla="*/ 1485901 h 1486960"/>
                <a:gd name="connsiteX14-321" fmla="*/ 197890 w 1981199"/>
                <a:gd name="connsiteY14-322" fmla="*/ 1153390 h 1486960"/>
                <a:gd name="connsiteX15-323" fmla="*/ 0 w 1981199"/>
                <a:gd name="connsiteY15-324" fmla="*/ 675640 h 1486960"/>
                <a:gd name="connsiteX16-325" fmla="*/ 675640 w 1981199"/>
                <a:gd name="connsiteY16-326" fmla="*/ 0 h 1486960"/>
                <a:gd name="connsiteX0-327" fmla="*/ 675640 w 1981199"/>
                <a:gd name="connsiteY0-328" fmla="*/ 0 h 1486960"/>
                <a:gd name="connsiteX1-329" fmla="*/ 786706 w 1981199"/>
                <a:gd name="connsiteY1-330" fmla="*/ 11197 h 1486960"/>
                <a:gd name="connsiteX2-331" fmla="*/ 708212 w 1981199"/>
                <a:gd name="connsiteY2-332" fmla="*/ 53801 h 1486960"/>
                <a:gd name="connsiteX3-333" fmla="*/ 477520 w 1981199"/>
                <a:gd name="connsiteY3-334" fmla="*/ 487680 h 1486960"/>
                <a:gd name="connsiteX4-335" fmla="*/ 797092 w 1981199"/>
                <a:gd name="connsiteY4-336" fmla="*/ 969801 h 1486960"/>
                <a:gd name="connsiteX5-337" fmla="*/ 859644 w 1981199"/>
                <a:gd name="connsiteY5-338" fmla="*/ 989219 h 1486960"/>
                <a:gd name="connsiteX6-339" fmla="*/ 895309 w 1981199"/>
                <a:gd name="connsiteY6-340" fmla="*/ 1000290 h 1486960"/>
                <a:gd name="connsiteX7-341" fmla="*/ 1000760 w 1981199"/>
                <a:gd name="connsiteY7-342" fmla="*/ 1010920 h 1486960"/>
                <a:gd name="connsiteX8-343" fmla="*/ 1293308 w 1981199"/>
                <a:gd name="connsiteY8-344" fmla="*/ 921559 h 1486960"/>
                <a:gd name="connsiteX9-345" fmla="*/ 1306988 w 1981199"/>
                <a:gd name="connsiteY9-346" fmla="*/ 910272 h 1486960"/>
                <a:gd name="connsiteX10-347" fmla="*/ 1370746 w 1981199"/>
                <a:gd name="connsiteY10-348" fmla="*/ 857666 h 1486960"/>
                <a:gd name="connsiteX11-349" fmla="*/ 1628774 w 1981199"/>
                <a:gd name="connsiteY11-350" fmla="*/ 600711 h 1486960"/>
                <a:gd name="connsiteX12-351" fmla="*/ 1981199 w 1981199"/>
                <a:gd name="connsiteY12-352" fmla="*/ 924561 h 1486960"/>
                <a:gd name="connsiteX13-353" fmla="*/ 1043939 w 1981199"/>
                <a:gd name="connsiteY13-354" fmla="*/ 1485901 h 1486960"/>
                <a:gd name="connsiteX14-355" fmla="*/ 197890 w 1981199"/>
                <a:gd name="connsiteY14-356" fmla="*/ 1153390 h 1486960"/>
                <a:gd name="connsiteX15-357" fmla="*/ 0 w 1981199"/>
                <a:gd name="connsiteY15-358" fmla="*/ 675640 h 1486960"/>
                <a:gd name="connsiteX16-359" fmla="*/ 675640 w 1981199"/>
                <a:gd name="connsiteY16-360" fmla="*/ 0 h 1486960"/>
                <a:gd name="connsiteX0-361" fmla="*/ 675640 w 1981199"/>
                <a:gd name="connsiteY0-362" fmla="*/ 0 h 1485941"/>
                <a:gd name="connsiteX1-363" fmla="*/ 786706 w 1981199"/>
                <a:gd name="connsiteY1-364" fmla="*/ 11197 h 1485941"/>
                <a:gd name="connsiteX2-365" fmla="*/ 708212 w 1981199"/>
                <a:gd name="connsiteY2-366" fmla="*/ 53801 h 1485941"/>
                <a:gd name="connsiteX3-367" fmla="*/ 477520 w 1981199"/>
                <a:gd name="connsiteY3-368" fmla="*/ 487680 h 1485941"/>
                <a:gd name="connsiteX4-369" fmla="*/ 797092 w 1981199"/>
                <a:gd name="connsiteY4-370" fmla="*/ 969801 h 1485941"/>
                <a:gd name="connsiteX5-371" fmla="*/ 859644 w 1981199"/>
                <a:gd name="connsiteY5-372" fmla="*/ 989219 h 1485941"/>
                <a:gd name="connsiteX6-373" fmla="*/ 895309 w 1981199"/>
                <a:gd name="connsiteY6-374" fmla="*/ 1000290 h 1485941"/>
                <a:gd name="connsiteX7-375" fmla="*/ 1000760 w 1981199"/>
                <a:gd name="connsiteY7-376" fmla="*/ 1010920 h 1485941"/>
                <a:gd name="connsiteX8-377" fmla="*/ 1293308 w 1981199"/>
                <a:gd name="connsiteY8-378" fmla="*/ 921559 h 1485941"/>
                <a:gd name="connsiteX9-379" fmla="*/ 1306988 w 1981199"/>
                <a:gd name="connsiteY9-380" fmla="*/ 910272 h 1485941"/>
                <a:gd name="connsiteX10-381" fmla="*/ 1370746 w 1981199"/>
                <a:gd name="connsiteY10-382" fmla="*/ 857666 h 1485941"/>
                <a:gd name="connsiteX11-383" fmla="*/ 1628774 w 1981199"/>
                <a:gd name="connsiteY11-384" fmla="*/ 600711 h 1485941"/>
                <a:gd name="connsiteX12-385" fmla="*/ 1981199 w 1981199"/>
                <a:gd name="connsiteY12-386" fmla="*/ 924561 h 1485941"/>
                <a:gd name="connsiteX13-387" fmla="*/ 1043939 w 1981199"/>
                <a:gd name="connsiteY13-388" fmla="*/ 1485901 h 1485941"/>
                <a:gd name="connsiteX14-389" fmla="*/ 197890 w 1981199"/>
                <a:gd name="connsiteY14-390" fmla="*/ 1153390 h 1485941"/>
                <a:gd name="connsiteX15-391" fmla="*/ 0 w 1981199"/>
                <a:gd name="connsiteY15-392" fmla="*/ 675640 h 1485941"/>
                <a:gd name="connsiteX16-393" fmla="*/ 675640 w 1981199"/>
                <a:gd name="connsiteY16-394" fmla="*/ 0 h 1485941"/>
                <a:gd name="connsiteX0-395" fmla="*/ 675640 w 1981199"/>
                <a:gd name="connsiteY0-396" fmla="*/ 0 h 1485941"/>
                <a:gd name="connsiteX1-397" fmla="*/ 786706 w 1981199"/>
                <a:gd name="connsiteY1-398" fmla="*/ 11197 h 1485941"/>
                <a:gd name="connsiteX2-399" fmla="*/ 708212 w 1981199"/>
                <a:gd name="connsiteY2-400" fmla="*/ 53801 h 1485941"/>
                <a:gd name="connsiteX3-401" fmla="*/ 477520 w 1981199"/>
                <a:gd name="connsiteY3-402" fmla="*/ 487680 h 1485941"/>
                <a:gd name="connsiteX4-403" fmla="*/ 797092 w 1981199"/>
                <a:gd name="connsiteY4-404" fmla="*/ 969801 h 1485941"/>
                <a:gd name="connsiteX5-405" fmla="*/ 859644 w 1981199"/>
                <a:gd name="connsiteY5-406" fmla="*/ 989219 h 1485941"/>
                <a:gd name="connsiteX6-407" fmla="*/ 895309 w 1981199"/>
                <a:gd name="connsiteY6-408" fmla="*/ 1000290 h 1485941"/>
                <a:gd name="connsiteX7-409" fmla="*/ 1000760 w 1981199"/>
                <a:gd name="connsiteY7-410" fmla="*/ 1010920 h 1485941"/>
                <a:gd name="connsiteX8-411" fmla="*/ 1293308 w 1981199"/>
                <a:gd name="connsiteY8-412" fmla="*/ 921559 h 1485941"/>
                <a:gd name="connsiteX9-413" fmla="*/ 1370746 w 1981199"/>
                <a:gd name="connsiteY9-414" fmla="*/ 857666 h 1485941"/>
                <a:gd name="connsiteX10-415" fmla="*/ 1628774 w 1981199"/>
                <a:gd name="connsiteY10-416" fmla="*/ 600711 h 1485941"/>
                <a:gd name="connsiteX11-417" fmla="*/ 1981199 w 1981199"/>
                <a:gd name="connsiteY11-418" fmla="*/ 924561 h 1485941"/>
                <a:gd name="connsiteX12-419" fmla="*/ 1043939 w 1981199"/>
                <a:gd name="connsiteY12-420" fmla="*/ 1485901 h 1485941"/>
                <a:gd name="connsiteX13-421" fmla="*/ 197890 w 1981199"/>
                <a:gd name="connsiteY13-422" fmla="*/ 1153390 h 1485941"/>
                <a:gd name="connsiteX14-423" fmla="*/ 0 w 1981199"/>
                <a:gd name="connsiteY14-424" fmla="*/ 675640 h 1485941"/>
                <a:gd name="connsiteX15-425" fmla="*/ 675640 w 1981199"/>
                <a:gd name="connsiteY15-426" fmla="*/ 0 h 1485941"/>
                <a:gd name="connsiteX0-427" fmla="*/ 675640 w 1981199"/>
                <a:gd name="connsiteY0-428" fmla="*/ 0 h 1485941"/>
                <a:gd name="connsiteX1-429" fmla="*/ 786706 w 1981199"/>
                <a:gd name="connsiteY1-430" fmla="*/ 11197 h 1485941"/>
                <a:gd name="connsiteX2-431" fmla="*/ 708212 w 1981199"/>
                <a:gd name="connsiteY2-432" fmla="*/ 53801 h 1485941"/>
                <a:gd name="connsiteX3-433" fmla="*/ 477520 w 1981199"/>
                <a:gd name="connsiteY3-434" fmla="*/ 487680 h 1485941"/>
                <a:gd name="connsiteX4-435" fmla="*/ 797092 w 1981199"/>
                <a:gd name="connsiteY4-436" fmla="*/ 969801 h 1485941"/>
                <a:gd name="connsiteX5-437" fmla="*/ 895309 w 1981199"/>
                <a:gd name="connsiteY5-438" fmla="*/ 1000290 h 1485941"/>
                <a:gd name="connsiteX6-439" fmla="*/ 1000760 w 1981199"/>
                <a:gd name="connsiteY6-440" fmla="*/ 1010920 h 1485941"/>
                <a:gd name="connsiteX7-441" fmla="*/ 1293308 w 1981199"/>
                <a:gd name="connsiteY7-442" fmla="*/ 921559 h 1485941"/>
                <a:gd name="connsiteX8-443" fmla="*/ 1370746 w 1981199"/>
                <a:gd name="connsiteY8-444" fmla="*/ 857666 h 1485941"/>
                <a:gd name="connsiteX9-445" fmla="*/ 1628774 w 1981199"/>
                <a:gd name="connsiteY9-446" fmla="*/ 600711 h 1485941"/>
                <a:gd name="connsiteX10-447" fmla="*/ 1981199 w 1981199"/>
                <a:gd name="connsiteY10-448" fmla="*/ 924561 h 1485941"/>
                <a:gd name="connsiteX11-449" fmla="*/ 1043939 w 1981199"/>
                <a:gd name="connsiteY11-450" fmla="*/ 1485901 h 1485941"/>
                <a:gd name="connsiteX12-451" fmla="*/ 197890 w 1981199"/>
                <a:gd name="connsiteY12-452" fmla="*/ 1153390 h 1485941"/>
                <a:gd name="connsiteX13-453" fmla="*/ 0 w 1981199"/>
                <a:gd name="connsiteY13-454" fmla="*/ 675640 h 1485941"/>
                <a:gd name="connsiteX14-455" fmla="*/ 675640 w 1981199"/>
                <a:gd name="connsiteY14-456" fmla="*/ 0 h 1485941"/>
                <a:gd name="connsiteX0-457" fmla="*/ 675640 w 1981199"/>
                <a:gd name="connsiteY0-458" fmla="*/ 0 h 1485941"/>
                <a:gd name="connsiteX1-459" fmla="*/ 786706 w 1981199"/>
                <a:gd name="connsiteY1-460" fmla="*/ 11197 h 1485941"/>
                <a:gd name="connsiteX2-461" fmla="*/ 708212 w 1981199"/>
                <a:gd name="connsiteY2-462" fmla="*/ 53801 h 1485941"/>
                <a:gd name="connsiteX3-463" fmla="*/ 477520 w 1981199"/>
                <a:gd name="connsiteY3-464" fmla="*/ 487680 h 1485941"/>
                <a:gd name="connsiteX4-465" fmla="*/ 797092 w 1981199"/>
                <a:gd name="connsiteY4-466" fmla="*/ 969801 h 1485941"/>
                <a:gd name="connsiteX5-467" fmla="*/ 895309 w 1981199"/>
                <a:gd name="connsiteY5-468" fmla="*/ 1000290 h 1485941"/>
                <a:gd name="connsiteX6-469" fmla="*/ 1000760 w 1981199"/>
                <a:gd name="connsiteY6-470" fmla="*/ 1010920 h 1485941"/>
                <a:gd name="connsiteX7-471" fmla="*/ 1293308 w 1981199"/>
                <a:gd name="connsiteY7-472" fmla="*/ 921559 h 1485941"/>
                <a:gd name="connsiteX8-473" fmla="*/ 1628774 w 1981199"/>
                <a:gd name="connsiteY8-474" fmla="*/ 600711 h 1485941"/>
                <a:gd name="connsiteX9-475" fmla="*/ 1981199 w 1981199"/>
                <a:gd name="connsiteY9-476" fmla="*/ 924561 h 1485941"/>
                <a:gd name="connsiteX10-477" fmla="*/ 1043939 w 1981199"/>
                <a:gd name="connsiteY10-478" fmla="*/ 1485901 h 1485941"/>
                <a:gd name="connsiteX11-479" fmla="*/ 197890 w 1981199"/>
                <a:gd name="connsiteY11-480" fmla="*/ 1153390 h 1485941"/>
                <a:gd name="connsiteX12-481" fmla="*/ 0 w 1981199"/>
                <a:gd name="connsiteY12-482" fmla="*/ 675640 h 1485941"/>
                <a:gd name="connsiteX13-483" fmla="*/ 675640 w 1981199"/>
                <a:gd name="connsiteY13-484" fmla="*/ 0 h 1485941"/>
                <a:gd name="connsiteX0-485" fmla="*/ 675640 w 1981199"/>
                <a:gd name="connsiteY0-486" fmla="*/ 0 h 1485941"/>
                <a:gd name="connsiteX1-487" fmla="*/ 786706 w 1981199"/>
                <a:gd name="connsiteY1-488" fmla="*/ 11197 h 1485941"/>
                <a:gd name="connsiteX2-489" fmla="*/ 708212 w 1981199"/>
                <a:gd name="connsiteY2-490" fmla="*/ 53801 h 1485941"/>
                <a:gd name="connsiteX3-491" fmla="*/ 477520 w 1981199"/>
                <a:gd name="connsiteY3-492" fmla="*/ 487680 h 1485941"/>
                <a:gd name="connsiteX4-493" fmla="*/ 797092 w 1981199"/>
                <a:gd name="connsiteY4-494" fmla="*/ 969801 h 1485941"/>
                <a:gd name="connsiteX5-495" fmla="*/ 1000760 w 1981199"/>
                <a:gd name="connsiteY5-496" fmla="*/ 1010920 h 1485941"/>
                <a:gd name="connsiteX6-497" fmla="*/ 1293308 w 1981199"/>
                <a:gd name="connsiteY6-498" fmla="*/ 921559 h 1485941"/>
                <a:gd name="connsiteX7-499" fmla="*/ 1628774 w 1981199"/>
                <a:gd name="connsiteY7-500" fmla="*/ 600711 h 1485941"/>
                <a:gd name="connsiteX8-501" fmla="*/ 1981199 w 1981199"/>
                <a:gd name="connsiteY8-502" fmla="*/ 924561 h 1485941"/>
                <a:gd name="connsiteX9-503" fmla="*/ 1043939 w 1981199"/>
                <a:gd name="connsiteY9-504" fmla="*/ 1485901 h 1485941"/>
                <a:gd name="connsiteX10-505" fmla="*/ 197890 w 1981199"/>
                <a:gd name="connsiteY10-506" fmla="*/ 1153390 h 1485941"/>
                <a:gd name="connsiteX11-507" fmla="*/ 0 w 1981199"/>
                <a:gd name="connsiteY11-508" fmla="*/ 675640 h 1485941"/>
                <a:gd name="connsiteX12-509" fmla="*/ 675640 w 1981199"/>
                <a:gd name="connsiteY12-510" fmla="*/ 0 h 1485941"/>
                <a:gd name="connsiteX0-511" fmla="*/ 675640 w 1981199"/>
                <a:gd name="connsiteY0-512" fmla="*/ 0 h 1485941"/>
                <a:gd name="connsiteX1-513" fmla="*/ 786706 w 1981199"/>
                <a:gd name="connsiteY1-514" fmla="*/ 11197 h 1485941"/>
                <a:gd name="connsiteX2-515" fmla="*/ 708212 w 1981199"/>
                <a:gd name="connsiteY2-516" fmla="*/ 53801 h 1485941"/>
                <a:gd name="connsiteX3-517" fmla="*/ 477520 w 1981199"/>
                <a:gd name="connsiteY3-518" fmla="*/ 487680 h 1485941"/>
                <a:gd name="connsiteX4-519" fmla="*/ 797092 w 1981199"/>
                <a:gd name="connsiteY4-520" fmla="*/ 969801 h 1485941"/>
                <a:gd name="connsiteX5-521" fmla="*/ 1293308 w 1981199"/>
                <a:gd name="connsiteY5-522" fmla="*/ 921559 h 1485941"/>
                <a:gd name="connsiteX6-523" fmla="*/ 1628774 w 1981199"/>
                <a:gd name="connsiteY6-524" fmla="*/ 600711 h 1485941"/>
                <a:gd name="connsiteX7-525" fmla="*/ 1981199 w 1981199"/>
                <a:gd name="connsiteY7-526" fmla="*/ 924561 h 1485941"/>
                <a:gd name="connsiteX8-527" fmla="*/ 1043939 w 1981199"/>
                <a:gd name="connsiteY8-528" fmla="*/ 1485901 h 1485941"/>
                <a:gd name="connsiteX9-529" fmla="*/ 197890 w 1981199"/>
                <a:gd name="connsiteY9-530" fmla="*/ 1153390 h 1485941"/>
                <a:gd name="connsiteX10-531" fmla="*/ 0 w 1981199"/>
                <a:gd name="connsiteY10-532" fmla="*/ 675640 h 1485941"/>
                <a:gd name="connsiteX11-533" fmla="*/ 675640 w 1981199"/>
                <a:gd name="connsiteY11-534" fmla="*/ 0 h 1485941"/>
                <a:gd name="connsiteX0-535" fmla="*/ 675640 w 1981199"/>
                <a:gd name="connsiteY0-536" fmla="*/ 0 h 1485941"/>
                <a:gd name="connsiteX1-537" fmla="*/ 786706 w 1981199"/>
                <a:gd name="connsiteY1-538" fmla="*/ 11197 h 1485941"/>
                <a:gd name="connsiteX2-539" fmla="*/ 708212 w 1981199"/>
                <a:gd name="connsiteY2-540" fmla="*/ 53801 h 1485941"/>
                <a:gd name="connsiteX3-541" fmla="*/ 477520 w 1981199"/>
                <a:gd name="connsiteY3-542" fmla="*/ 487680 h 1485941"/>
                <a:gd name="connsiteX4-543" fmla="*/ 797092 w 1981199"/>
                <a:gd name="connsiteY4-544" fmla="*/ 969801 h 1485941"/>
                <a:gd name="connsiteX5-545" fmla="*/ 1293308 w 1981199"/>
                <a:gd name="connsiteY5-546" fmla="*/ 921559 h 1485941"/>
                <a:gd name="connsiteX6-547" fmla="*/ 1628774 w 1981199"/>
                <a:gd name="connsiteY6-548" fmla="*/ 600711 h 1485941"/>
                <a:gd name="connsiteX7-549" fmla="*/ 1981199 w 1981199"/>
                <a:gd name="connsiteY7-550" fmla="*/ 924561 h 1485941"/>
                <a:gd name="connsiteX8-551" fmla="*/ 1043939 w 1981199"/>
                <a:gd name="connsiteY8-552" fmla="*/ 1485901 h 1485941"/>
                <a:gd name="connsiteX9-553" fmla="*/ 197890 w 1981199"/>
                <a:gd name="connsiteY9-554" fmla="*/ 1153390 h 1485941"/>
                <a:gd name="connsiteX10-555" fmla="*/ 0 w 1981199"/>
                <a:gd name="connsiteY10-556" fmla="*/ 675640 h 1485941"/>
                <a:gd name="connsiteX11-557" fmla="*/ 675640 w 1981199"/>
                <a:gd name="connsiteY11-558" fmla="*/ 0 h 1485941"/>
                <a:gd name="connsiteX0-559" fmla="*/ 675640 w 1981199"/>
                <a:gd name="connsiteY0-560" fmla="*/ 0 h 1485941"/>
                <a:gd name="connsiteX1-561" fmla="*/ 786706 w 1981199"/>
                <a:gd name="connsiteY1-562" fmla="*/ 11197 h 1485941"/>
                <a:gd name="connsiteX2-563" fmla="*/ 708212 w 1981199"/>
                <a:gd name="connsiteY2-564" fmla="*/ 53801 h 1485941"/>
                <a:gd name="connsiteX3-565" fmla="*/ 477520 w 1981199"/>
                <a:gd name="connsiteY3-566" fmla="*/ 487680 h 1485941"/>
                <a:gd name="connsiteX4-567" fmla="*/ 797092 w 1981199"/>
                <a:gd name="connsiteY4-568" fmla="*/ 969801 h 1485941"/>
                <a:gd name="connsiteX5-569" fmla="*/ 1293308 w 1981199"/>
                <a:gd name="connsiteY5-570" fmla="*/ 921559 h 1485941"/>
                <a:gd name="connsiteX6-571" fmla="*/ 1628774 w 1981199"/>
                <a:gd name="connsiteY6-572" fmla="*/ 600711 h 1485941"/>
                <a:gd name="connsiteX7-573" fmla="*/ 1981199 w 1981199"/>
                <a:gd name="connsiteY7-574" fmla="*/ 924561 h 1485941"/>
                <a:gd name="connsiteX8-575" fmla="*/ 1043939 w 1981199"/>
                <a:gd name="connsiteY8-576" fmla="*/ 1485901 h 1485941"/>
                <a:gd name="connsiteX9-577" fmla="*/ 197890 w 1981199"/>
                <a:gd name="connsiteY9-578" fmla="*/ 1153390 h 1485941"/>
                <a:gd name="connsiteX10-579" fmla="*/ 0 w 1981199"/>
                <a:gd name="connsiteY10-580" fmla="*/ 675640 h 1485941"/>
                <a:gd name="connsiteX11-581" fmla="*/ 675640 w 1981199"/>
                <a:gd name="connsiteY11-582" fmla="*/ 0 h 1485941"/>
                <a:gd name="connsiteX0-583" fmla="*/ 675640 w 1981199"/>
                <a:gd name="connsiteY0-584" fmla="*/ 0 h 1485941"/>
                <a:gd name="connsiteX1-585" fmla="*/ 786706 w 1981199"/>
                <a:gd name="connsiteY1-586" fmla="*/ 11197 h 1485941"/>
                <a:gd name="connsiteX2-587" fmla="*/ 708212 w 1981199"/>
                <a:gd name="connsiteY2-588" fmla="*/ 53801 h 1485941"/>
                <a:gd name="connsiteX3-589" fmla="*/ 477520 w 1981199"/>
                <a:gd name="connsiteY3-590" fmla="*/ 487680 h 1485941"/>
                <a:gd name="connsiteX4-591" fmla="*/ 797092 w 1981199"/>
                <a:gd name="connsiteY4-592" fmla="*/ 969801 h 1485941"/>
                <a:gd name="connsiteX5-593" fmla="*/ 1198058 w 1981199"/>
                <a:gd name="connsiteY5-594" fmla="*/ 974899 h 1485941"/>
                <a:gd name="connsiteX6-595" fmla="*/ 1628774 w 1981199"/>
                <a:gd name="connsiteY6-596" fmla="*/ 600711 h 1485941"/>
                <a:gd name="connsiteX7-597" fmla="*/ 1981199 w 1981199"/>
                <a:gd name="connsiteY7-598" fmla="*/ 924561 h 1485941"/>
                <a:gd name="connsiteX8-599" fmla="*/ 1043939 w 1981199"/>
                <a:gd name="connsiteY8-600" fmla="*/ 1485901 h 1485941"/>
                <a:gd name="connsiteX9-601" fmla="*/ 197890 w 1981199"/>
                <a:gd name="connsiteY9-602" fmla="*/ 1153390 h 1485941"/>
                <a:gd name="connsiteX10-603" fmla="*/ 0 w 1981199"/>
                <a:gd name="connsiteY10-604" fmla="*/ 675640 h 1485941"/>
                <a:gd name="connsiteX11-605" fmla="*/ 675640 w 1981199"/>
                <a:gd name="connsiteY11-606" fmla="*/ 0 h 1485941"/>
                <a:gd name="connsiteX0-607" fmla="*/ 675640 w 1981199"/>
                <a:gd name="connsiteY0-608" fmla="*/ 0 h 1485941"/>
                <a:gd name="connsiteX1-609" fmla="*/ 786706 w 1981199"/>
                <a:gd name="connsiteY1-610" fmla="*/ 11197 h 1485941"/>
                <a:gd name="connsiteX2-611" fmla="*/ 708212 w 1981199"/>
                <a:gd name="connsiteY2-612" fmla="*/ 53801 h 1485941"/>
                <a:gd name="connsiteX3-613" fmla="*/ 477520 w 1981199"/>
                <a:gd name="connsiteY3-614" fmla="*/ 487680 h 1485941"/>
                <a:gd name="connsiteX4-615" fmla="*/ 797092 w 1981199"/>
                <a:gd name="connsiteY4-616" fmla="*/ 969801 h 1485941"/>
                <a:gd name="connsiteX5-617" fmla="*/ 1198058 w 1981199"/>
                <a:gd name="connsiteY5-618" fmla="*/ 974899 h 1485941"/>
                <a:gd name="connsiteX6-619" fmla="*/ 1628774 w 1981199"/>
                <a:gd name="connsiteY6-620" fmla="*/ 600711 h 1485941"/>
                <a:gd name="connsiteX7-621" fmla="*/ 1981199 w 1981199"/>
                <a:gd name="connsiteY7-622" fmla="*/ 924561 h 1485941"/>
                <a:gd name="connsiteX8-623" fmla="*/ 1043939 w 1981199"/>
                <a:gd name="connsiteY8-624" fmla="*/ 1485901 h 1485941"/>
                <a:gd name="connsiteX9-625" fmla="*/ 197890 w 1981199"/>
                <a:gd name="connsiteY9-626" fmla="*/ 1153390 h 1485941"/>
                <a:gd name="connsiteX10-627" fmla="*/ 0 w 1981199"/>
                <a:gd name="connsiteY10-628" fmla="*/ 675640 h 1485941"/>
                <a:gd name="connsiteX11-629" fmla="*/ 675640 w 1981199"/>
                <a:gd name="connsiteY11-630" fmla="*/ 0 h 1485941"/>
                <a:gd name="connsiteX0-631" fmla="*/ 675640 w 1981199"/>
                <a:gd name="connsiteY0-632" fmla="*/ 0 h 1485941"/>
                <a:gd name="connsiteX1-633" fmla="*/ 786706 w 1981199"/>
                <a:gd name="connsiteY1-634" fmla="*/ 11197 h 1485941"/>
                <a:gd name="connsiteX2-635" fmla="*/ 708212 w 1981199"/>
                <a:gd name="connsiteY2-636" fmla="*/ 53801 h 1485941"/>
                <a:gd name="connsiteX3-637" fmla="*/ 477520 w 1981199"/>
                <a:gd name="connsiteY3-638" fmla="*/ 487680 h 1485941"/>
                <a:gd name="connsiteX4-639" fmla="*/ 766612 w 1981199"/>
                <a:gd name="connsiteY4-640" fmla="*/ 931701 h 1485941"/>
                <a:gd name="connsiteX5-641" fmla="*/ 1198058 w 1981199"/>
                <a:gd name="connsiteY5-642" fmla="*/ 974899 h 1485941"/>
                <a:gd name="connsiteX6-643" fmla="*/ 1628774 w 1981199"/>
                <a:gd name="connsiteY6-644" fmla="*/ 600711 h 1485941"/>
                <a:gd name="connsiteX7-645" fmla="*/ 1981199 w 1981199"/>
                <a:gd name="connsiteY7-646" fmla="*/ 924561 h 1485941"/>
                <a:gd name="connsiteX8-647" fmla="*/ 1043939 w 1981199"/>
                <a:gd name="connsiteY8-648" fmla="*/ 1485901 h 1485941"/>
                <a:gd name="connsiteX9-649" fmla="*/ 197890 w 1981199"/>
                <a:gd name="connsiteY9-650" fmla="*/ 1153390 h 1485941"/>
                <a:gd name="connsiteX10-651" fmla="*/ 0 w 1981199"/>
                <a:gd name="connsiteY10-652" fmla="*/ 675640 h 1485941"/>
                <a:gd name="connsiteX11-653" fmla="*/ 675640 w 1981199"/>
                <a:gd name="connsiteY11-654" fmla="*/ 0 h 1485941"/>
                <a:gd name="connsiteX0-655" fmla="*/ 675640 w 1981199"/>
                <a:gd name="connsiteY0-656" fmla="*/ 0 h 1485941"/>
                <a:gd name="connsiteX1-657" fmla="*/ 786706 w 1981199"/>
                <a:gd name="connsiteY1-658" fmla="*/ 11197 h 1485941"/>
                <a:gd name="connsiteX2-659" fmla="*/ 708212 w 1981199"/>
                <a:gd name="connsiteY2-660" fmla="*/ 53801 h 1485941"/>
                <a:gd name="connsiteX3-661" fmla="*/ 477520 w 1981199"/>
                <a:gd name="connsiteY3-662" fmla="*/ 487680 h 1485941"/>
                <a:gd name="connsiteX4-663" fmla="*/ 766612 w 1981199"/>
                <a:gd name="connsiteY4-664" fmla="*/ 931701 h 1485941"/>
                <a:gd name="connsiteX5-665" fmla="*/ 1198058 w 1981199"/>
                <a:gd name="connsiteY5-666" fmla="*/ 974899 h 1485941"/>
                <a:gd name="connsiteX6-667" fmla="*/ 1628774 w 1981199"/>
                <a:gd name="connsiteY6-668" fmla="*/ 600711 h 1485941"/>
                <a:gd name="connsiteX7-669" fmla="*/ 1981199 w 1981199"/>
                <a:gd name="connsiteY7-670" fmla="*/ 924561 h 1485941"/>
                <a:gd name="connsiteX8-671" fmla="*/ 1043939 w 1981199"/>
                <a:gd name="connsiteY8-672" fmla="*/ 1485901 h 1485941"/>
                <a:gd name="connsiteX9-673" fmla="*/ 197890 w 1981199"/>
                <a:gd name="connsiteY9-674" fmla="*/ 1153390 h 1485941"/>
                <a:gd name="connsiteX10-675" fmla="*/ 0 w 1981199"/>
                <a:gd name="connsiteY10-676" fmla="*/ 675640 h 1485941"/>
                <a:gd name="connsiteX11-677" fmla="*/ 675640 w 1981199"/>
                <a:gd name="connsiteY11-678" fmla="*/ 0 h 1485941"/>
                <a:gd name="connsiteX0-679" fmla="*/ 675640 w 1981199"/>
                <a:gd name="connsiteY0-680" fmla="*/ 0 h 1485941"/>
                <a:gd name="connsiteX1-681" fmla="*/ 786706 w 1981199"/>
                <a:gd name="connsiteY1-682" fmla="*/ 11197 h 1485941"/>
                <a:gd name="connsiteX2-683" fmla="*/ 708212 w 1981199"/>
                <a:gd name="connsiteY2-684" fmla="*/ 53801 h 1485941"/>
                <a:gd name="connsiteX3-685" fmla="*/ 477520 w 1981199"/>
                <a:gd name="connsiteY3-686" fmla="*/ 487680 h 1485941"/>
                <a:gd name="connsiteX4-687" fmla="*/ 766612 w 1981199"/>
                <a:gd name="connsiteY4-688" fmla="*/ 931701 h 1485941"/>
                <a:gd name="connsiteX5-689" fmla="*/ 1628774 w 1981199"/>
                <a:gd name="connsiteY5-690" fmla="*/ 600711 h 1485941"/>
                <a:gd name="connsiteX6-691" fmla="*/ 1981199 w 1981199"/>
                <a:gd name="connsiteY6-692" fmla="*/ 924561 h 1485941"/>
                <a:gd name="connsiteX7-693" fmla="*/ 1043939 w 1981199"/>
                <a:gd name="connsiteY7-694" fmla="*/ 1485901 h 1485941"/>
                <a:gd name="connsiteX8-695" fmla="*/ 197890 w 1981199"/>
                <a:gd name="connsiteY8-696" fmla="*/ 1153390 h 1485941"/>
                <a:gd name="connsiteX9-697" fmla="*/ 0 w 1981199"/>
                <a:gd name="connsiteY9-698" fmla="*/ 675640 h 1485941"/>
                <a:gd name="connsiteX10-699" fmla="*/ 675640 w 1981199"/>
                <a:gd name="connsiteY10-700" fmla="*/ 0 h 1485941"/>
                <a:gd name="connsiteX0-701" fmla="*/ 675640 w 1981199"/>
                <a:gd name="connsiteY0-702" fmla="*/ 0 h 1485941"/>
                <a:gd name="connsiteX1-703" fmla="*/ 786706 w 1981199"/>
                <a:gd name="connsiteY1-704" fmla="*/ 11197 h 1485941"/>
                <a:gd name="connsiteX2-705" fmla="*/ 708212 w 1981199"/>
                <a:gd name="connsiteY2-706" fmla="*/ 53801 h 1485941"/>
                <a:gd name="connsiteX3-707" fmla="*/ 477520 w 1981199"/>
                <a:gd name="connsiteY3-708" fmla="*/ 487680 h 1485941"/>
                <a:gd name="connsiteX4-709" fmla="*/ 766612 w 1981199"/>
                <a:gd name="connsiteY4-710" fmla="*/ 931701 h 1485941"/>
                <a:gd name="connsiteX5-711" fmla="*/ 1602104 w 1981199"/>
                <a:gd name="connsiteY5-712" fmla="*/ 562611 h 1485941"/>
                <a:gd name="connsiteX6-713" fmla="*/ 1981199 w 1981199"/>
                <a:gd name="connsiteY6-714" fmla="*/ 924561 h 1485941"/>
                <a:gd name="connsiteX7-715" fmla="*/ 1043939 w 1981199"/>
                <a:gd name="connsiteY7-716" fmla="*/ 1485901 h 1485941"/>
                <a:gd name="connsiteX8-717" fmla="*/ 197890 w 1981199"/>
                <a:gd name="connsiteY8-718" fmla="*/ 1153390 h 1485941"/>
                <a:gd name="connsiteX9-719" fmla="*/ 0 w 1981199"/>
                <a:gd name="connsiteY9-720" fmla="*/ 675640 h 1485941"/>
                <a:gd name="connsiteX10-721" fmla="*/ 675640 w 1981199"/>
                <a:gd name="connsiteY10-722" fmla="*/ 0 h 1485941"/>
                <a:gd name="connsiteX0-723" fmla="*/ 675640 w 1981199"/>
                <a:gd name="connsiteY0-724" fmla="*/ 0 h 1485941"/>
                <a:gd name="connsiteX1-725" fmla="*/ 786706 w 1981199"/>
                <a:gd name="connsiteY1-726" fmla="*/ 11197 h 1485941"/>
                <a:gd name="connsiteX2-727" fmla="*/ 708212 w 1981199"/>
                <a:gd name="connsiteY2-728" fmla="*/ 53801 h 1485941"/>
                <a:gd name="connsiteX3-729" fmla="*/ 477520 w 1981199"/>
                <a:gd name="connsiteY3-730" fmla="*/ 487680 h 1485941"/>
                <a:gd name="connsiteX4-731" fmla="*/ 766612 w 1981199"/>
                <a:gd name="connsiteY4-732" fmla="*/ 931701 h 1485941"/>
                <a:gd name="connsiteX5-733" fmla="*/ 1602104 w 1981199"/>
                <a:gd name="connsiteY5-734" fmla="*/ 562611 h 1485941"/>
                <a:gd name="connsiteX6-735" fmla="*/ 1981199 w 1981199"/>
                <a:gd name="connsiteY6-736" fmla="*/ 924561 h 1485941"/>
                <a:gd name="connsiteX7-737" fmla="*/ 1043939 w 1981199"/>
                <a:gd name="connsiteY7-738" fmla="*/ 1485901 h 1485941"/>
                <a:gd name="connsiteX8-739" fmla="*/ 197890 w 1981199"/>
                <a:gd name="connsiteY8-740" fmla="*/ 1153390 h 1485941"/>
                <a:gd name="connsiteX9-741" fmla="*/ 0 w 1981199"/>
                <a:gd name="connsiteY9-742" fmla="*/ 675640 h 1485941"/>
                <a:gd name="connsiteX10-743" fmla="*/ 675640 w 1981199"/>
                <a:gd name="connsiteY10-744" fmla="*/ 0 h 1485941"/>
                <a:gd name="connsiteX0-745" fmla="*/ 675640 w 1981199"/>
                <a:gd name="connsiteY0-746" fmla="*/ 0 h 1485941"/>
                <a:gd name="connsiteX1-747" fmla="*/ 786706 w 1981199"/>
                <a:gd name="connsiteY1-748" fmla="*/ 11197 h 1485941"/>
                <a:gd name="connsiteX2-749" fmla="*/ 708212 w 1981199"/>
                <a:gd name="connsiteY2-750" fmla="*/ 53801 h 1485941"/>
                <a:gd name="connsiteX3-751" fmla="*/ 477520 w 1981199"/>
                <a:gd name="connsiteY3-752" fmla="*/ 487680 h 1485941"/>
                <a:gd name="connsiteX4-753" fmla="*/ 766612 w 1981199"/>
                <a:gd name="connsiteY4-754" fmla="*/ 931701 h 1485941"/>
                <a:gd name="connsiteX5-755" fmla="*/ 1602104 w 1981199"/>
                <a:gd name="connsiteY5-756" fmla="*/ 562611 h 1485941"/>
                <a:gd name="connsiteX6-757" fmla="*/ 1981199 w 1981199"/>
                <a:gd name="connsiteY6-758" fmla="*/ 924561 h 1485941"/>
                <a:gd name="connsiteX7-759" fmla="*/ 1043939 w 1981199"/>
                <a:gd name="connsiteY7-760" fmla="*/ 1485901 h 1485941"/>
                <a:gd name="connsiteX8-761" fmla="*/ 197890 w 1981199"/>
                <a:gd name="connsiteY8-762" fmla="*/ 1153390 h 1485941"/>
                <a:gd name="connsiteX9-763" fmla="*/ 0 w 1981199"/>
                <a:gd name="connsiteY9-764" fmla="*/ 675640 h 1485941"/>
                <a:gd name="connsiteX10-765" fmla="*/ 675640 w 1981199"/>
                <a:gd name="connsiteY10-766" fmla="*/ 0 h 1485941"/>
                <a:gd name="connsiteX0-767" fmla="*/ 675640 w 1981199"/>
                <a:gd name="connsiteY0-768" fmla="*/ 0 h 1485941"/>
                <a:gd name="connsiteX1-769" fmla="*/ 786706 w 1981199"/>
                <a:gd name="connsiteY1-770" fmla="*/ 11197 h 1485941"/>
                <a:gd name="connsiteX2-771" fmla="*/ 708212 w 1981199"/>
                <a:gd name="connsiteY2-772" fmla="*/ 53801 h 1485941"/>
                <a:gd name="connsiteX3-773" fmla="*/ 477520 w 1981199"/>
                <a:gd name="connsiteY3-774" fmla="*/ 487680 h 1485941"/>
                <a:gd name="connsiteX4-775" fmla="*/ 766612 w 1981199"/>
                <a:gd name="connsiteY4-776" fmla="*/ 931701 h 1485941"/>
                <a:gd name="connsiteX5-777" fmla="*/ 1602104 w 1981199"/>
                <a:gd name="connsiteY5-778" fmla="*/ 562611 h 1485941"/>
                <a:gd name="connsiteX6-779" fmla="*/ 1981199 w 1981199"/>
                <a:gd name="connsiteY6-780" fmla="*/ 924561 h 1485941"/>
                <a:gd name="connsiteX7-781" fmla="*/ 1043939 w 1981199"/>
                <a:gd name="connsiteY7-782" fmla="*/ 1485901 h 1485941"/>
                <a:gd name="connsiteX8-783" fmla="*/ 197890 w 1981199"/>
                <a:gd name="connsiteY8-784" fmla="*/ 1153390 h 1485941"/>
                <a:gd name="connsiteX9-785" fmla="*/ 0 w 1981199"/>
                <a:gd name="connsiteY9-786" fmla="*/ 675640 h 1485941"/>
                <a:gd name="connsiteX10-787" fmla="*/ 675640 w 1981199"/>
                <a:gd name="connsiteY10-788" fmla="*/ 0 h 1485941"/>
                <a:gd name="connsiteX0-789" fmla="*/ 675640 w 1981199"/>
                <a:gd name="connsiteY0-790" fmla="*/ 0 h 1485941"/>
                <a:gd name="connsiteX1-791" fmla="*/ 786706 w 1981199"/>
                <a:gd name="connsiteY1-792" fmla="*/ 11197 h 1485941"/>
                <a:gd name="connsiteX2-793" fmla="*/ 708212 w 1981199"/>
                <a:gd name="connsiteY2-794" fmla="*/ 53801 h 1485941"/>
                <a:gd name="connsiteX3-795" fmla="*/ 477520 w 1981199"/>
                <a:gd name="connsiteY3-796" fmla="*/ 487680 h 1485941"/>
                <a:gd name="connsiteX4-797" fmla="*/ 778042 w 1981199"/>
                <a:gd name="connsiteY4-798" fmla="*/ 916461 h 1485941"/>
                <a:gd name="connsiteX5-799" fmla="*/ 1602104 w 1981199"/>
                <a:gd name="connsiteY5-800" fmla="*/ 562611 h 1485941"/>
                <a:gd name="connsiteX6-801" fmla="*/ 1981199 w 1981199"/>
                <a:gd name="connsiteY6-802" fmla="*/ 924561 h 1485941"/>
                <a:gd name="connsiteX7-803" fmla="*/ 1043939 w 1981199"/>
                <a:gd name="connsiteY7-804" fmla="*/ 1485901 h 1485941"/>
                <a:gd name="connsiteX8-805" fmla="*/ 197890 w 1981199"/>
                <a:gd name="connsiteY8-806" fmla="*/ 1153390 h 1485941"/>
                <a:gd name="connsiteX9-807" fmla="*/ 0 w 1981199"/>
                <a:gd name="connsiteY9-808" fmla="*/ 675640 h 1485941"/>
                <a:gd name="connsiteX10-809" fmla="*/ 675640 w 1981199"/>
                <a:gd name="connsiteY10-810" fmla="*/ 0 h 1485941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</a:cxnLst>
              <a:rect l="l" t="t" r="r" b="b"/>
              <a:pathLst>
                <a:path w="1981199" h="1485941">
                  <a:moveTo>
                    <a:pt x="675640" y="0"/>
                  </a:moveTo>
                  <a:lnTo>
                    <a:pt x="786706" y="11197"/>
                  </a:lnTo>
                  <a:lnTo>
                    <a:pt x="708212" y="53801"/>
                  </a:lnTo>
                  <a:cubicBezTo>
                    <a:pt x="569029" y="147831"/>
                    <a:pt x="465882" y="343903"/>
                    <a:pt x="477520" y="487680"/>
                  </a:cubicBezTo>
                  <a:cubicBezTo>
                    <a:pt x="489158" y="631457"/>
                    <a:pt x="597596" y="855712"/>
                    <a:pt x="778042" y="916461"/>
                  </a:cubicBezTo>
                  <a:cubicBezTo>
                    <a:pt x="958488" y="977210"/>
                    <a:pt x="1163453" y="1059101"/>
                    <a:pt x="1602104" y="562611"/>
                  </a:cubicBezTo>
                  <a:lnTo>
                    <a:pt x="1981199" y="924561"/>
                  </a:lnTo>
                  <a:cubicBezTo>
                    <a:pt x="1882457" y="1074209"/>
                    <a:pt x="1369097" y="1483323"/>
                    <a:pt x="1043939" y="1485901"/>
                  </a:cubicBezTo>
                  <a:cubicBezTo>
                    <a:pt x="718781" y="1488479"/>
                    <a:pt x="380770" y="1366750"/>
                    <a:pt x="197890" y="1153390"/>
                  </a:cubicBezTo>
                  <a:cubicBezTo>
                    <a:pt x="75623" y="1031123"/>
                    <a:pt x="0" y="862213"/>
                    <a:pt x="0" y="675640"/>
                  </a:cubicBezTo>
                  <a:cubicBezTo>
                    <a:pt x="0" y="302494"/>
                    <a:pt x="302494" y="0"/>
                    <a:pt x="6756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任意多边形 42"/>
            <p:cNvSpPr/>
            <p:nvPr/>
          </p:nvSpPr>
          <p:spPr>
            <a:xfrm>
              <a:off x="4150360" y="3378198"/>
              <a:ext cx="1145624" cy="1140462"/>
            </a:xfrm>
            <a:custGeom>
              <a:avLst/>
              <a:gdLst>
                <a:gd name="connsiteX0" fmla="*/ 675640 w 1145624"/>
                <a:gd name="connsiteY0" fmla="*/ 0 h 1140462"/>
                <a:gd name="connsiteX1" fmla="*/ 786706 w 1145624"/>
                <a:gd name="connsiteY1" fmla="*/ 11197 h 1140462"/>
                <a:gd name="connsiteX2" fmla="*/ 708212 w 1145624"/>
                <a:gd name="connsiteY2" fmla="*/ 53801 h 1140462"/>
                <a:gd name="connsiteX3" fmla="*/ 477520 w 1145624"/>
                <a:gd name="connsiteY3" fmla="*/ 487680 h 1140462"/>
                <a:gd name="connsiteX4" fmla="*/ 778042 w 1145624"/>
                <a:gd name="connsiteY4" fmla="*/ 916461 h 1140462"/>
                <a:gd name="connsiteX5" fmla="*/ 1143046 w 1145624"/>
                <a:gd name="connsiteY5" fmla="*/ 932341 h 1140462"/>
                <a:gd name="connsiteX6" fmla="*/ 1145624 w 1145624"/>
                <a:gd name="connsiteY6" fmla="*/ 931198 h 1140462"/>
                <a:gd name="connsiteX7" fmla="*/ 1128462 w 1145624"/>
                <a:gd name="connsiteY7" fmla="*/ 948523 h 1140462"/>
                <a:gd name="connsiteX8" fmla="*/ 572135 w 1145624"/>
                <a:gd name="connsiteY8" fmla="*/ 1140462 h 1140462"/>
                <a:gd name="connsiteX9" fmla="*/ 132248 w 1145624"/>
                <a:gd name="connsiteY9" fmla="*/ 1028544 h 1140462"/>
                <a:gd name="connsiteX10" fmla="*/ 83843 w 1145624"/>
                <a:gd name="connsiteY10" fmla="*/ 995279 h 1140462"/>
                <a:gd name="connsiteX11" fmla="*/ 53095 w 1145624"/>
                <a:gd name="connsiteY11" fmla="*/ 938630 h 1140462"/>
                <a:gd name="connsiteX12" fmla="*/ 0 w 1145624"/>
                <a:gd name="connsiteY12" fmla="*/ 675640 h 1140462"/>
                <a:gd name="connsiteX13" fmla="*/ 675640 w 1145624"/>
                <a:gd name="connsiteY13" fmla="*/ 0 h 1140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45624" h="1140462">
                  <a:moveTo>
                    <a:pt x="675640" y="0"/>
                  </a:moveTo>
                  <a:lnTo>
                    <a:pt x="786706" y="11197"/>
                  </a:lnTo>
                  <a:lnTo>
                    <a:pt x="708212" y="53801"/>
                  </a:lnTo>
                  <a:cubicBezTo>
                    <a:pt x="569029" y="147831"/>
                    <a:pt x="465882" y="343903"/>
                    <a:pt x="477520" y="487680"/>
                  </a:cubicBezTo>
                  <a:cubicBezTo>
                    <a:pt x="489158" y="631457"/>
                    <a:pt x="597596" y="855712"/>
                    <a:pt x="778042" y="916461"/>
                  </a:cubicBezTo>
                  <a:cubicBezTo>
                    <a:pt x="879543" y="950633"/>
                    <a:pt x="988802" y="991493"/>
                    <a:pt x="1143046" y="932341"/>
                  </a:cubicBezTo>
                  <a:lnTo>
                    <a:pt x="1145624" y="931198"/>
                  </a:lnTo>
                  <a:lnTo>
                    <a:pt x="1128462" y="948523"/>
                  </a:lnTo>
                  <a:cubicBezTo>
                    <a:pt x="986086" y="1067113"/>
                    <a:pt x="789394" y="1140462"/>
                    <a:pt x="572135" y="1140462"/>
                  </a:cubicBezTo>
                  <a:cubicBezTo>
                    <a:pt x="409191" y="1140462"/>
                    <a:pt x="257816" y="1099203"/>
                    <a:pt x="132248" y="1028544"/>
                  </a:cubicBezTo>
                  <a:lnTo>
                    <a:pt x="83843" y="995279"/>
                  </a:lnTo>
                  <a:lnTo>
                    <a:pt x="53095" y="938630"/>
                  </a:lnTo>
                  <a:cubicBezTo>
                    <a:pt x="18906" y="857798"/>
                    <a:pt x="0" y="768927"/>
                    <a:pt x="0" y="675640"/>
                  </a:cubicBezTo>
                  <a:cubicBezTo>
                    <a:pt x="0" y="302494"/>
                    <a:pt x="302494" y="0"/>
                    <a:pt x="675640" y="0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2488389" y="1871032"/>
            <a:ext cx="596900" cy="596900"/>
            <a:chOff x="2070100" y="1816100"/>
            <a:chExt cx="596900" cy="596900"/>
          </a:xfrm>
        </p:grpSpPr>
        <p:sp>
          <p:nvSpPr>
            <p:cNvPr id="53" name="椭圆 52"/>
            <p:cNvSpPr/>
            <p:nvPr/>
          </p:nvSpPr>
          <p:spPr>
            <a:xfrm>
              <a:off x="2070100" y="1816100"/>
              <a:ext cx="596900" cy="5969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wedding-rings_143155"/>
            <p:cNvSpPr>
              <a:spLocks noChangeAspect="1"/>
            </p:cNvSpPr>
            <p:nvPr/>
          </p:nvSpPr>
          <p:spPr bwMode="auto">
            <a:xfrm>
              <a:off x="2202244" y="1948495"/>
              <a:ext cx="332612" cy="332110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56" name="组合 55"/>
          <p:cNvGrpSpPr/>
          <p:nvPr/>
        </p:nvGrpSpPr>
        <p:grpSpPr>
          <a:xfrm>
            <a:off x="2488389" y="3087692"/>
            <a:ext cx="596900" cy="596900"/>
            <a:chOff x="2070100" y="1816100"/>
            <a:chExt cx="596900" cy="596900"/>
          </a:xfrm>
        </p:grpSpPr>
        <p:sp>
          <p:nvSpPr>
            <p:cNvPr id="57" name="椭圆 56"/>
            <p:cNvSpPr/>
            <p:nvPr/>
          </p:nvSpPr>
          <p:spPr>
            <a:xfrm>
              <a:off x="2070100" y="1816100"/>
              <a:ext cx="596900" cy="5969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wedding-rings_143155"/>
            <p:cNvSpPr>
              <a:spLocks noChangeAspect="1"/>
            </p:cNvSpPr>
            <p:nvPr/>
          </p:nvSpPr>
          <p:spPr bwMode="auto">
            <a:xfrm>
              <a:off x="2202244" y="1948495"/>
              <a:ext cx="332612" cy="332110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59" name="组合 58"/>
          <p:cNvGrpSpPr/>
          <p:nvPr/>
        </p:nvGrpSpPr>
        <p:grpSpPr>
          <a:xfrm>
            <a:off x="2488389" y="4304352"/>
            <a:ext cx="596900" cy="596900"/>
            <a:chOff x="2070100" y="1816100"/>
            <a:chExt cx="596900" cy="596900"/>
          </a:xfrm>
        </p:grpSpPr>
        <p:sp>
          <p:nvSpPr>
            <p:cNvPr id="60" name="椭圆 59"/>
            <p:cNvSpPr/>
            <p:nvPr/>
          </p:nvSpPr>
          <p:spPr>
            <a:xfrm>
              <a:off x="2070100" y="1816100"/>
              <a:ext cx="596900" cy="5969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wedding-rings_143155"/>
            <p:cNvSpPr>
              <a:spLocks noChangeAspect="1"/>
            </p:cNvSpPr>
            <p:nvPr/>
          </p:nvSpPr>
          <p:spPr bwMode="auto">
            <a:xfrm>
              <a:off x="2202244" y="1948495"/>
              <a:ext cx="332612" cy="332110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62" name="组合 61"/>
          <p:cNvGrpSpPr/>
          <p:nvPr/>
        </p:nvGrpSpPr>
        <p:grpSpPr>
          <a:xfrm>
            <a:off x="2488389" y="5521012"/>
            <a:ext cx="596900" cy="596900"/>
            <a:chOff x="2070100" y="1816100"/>
            <a:chExt cx="596900" cy="596900"/>
          </a:xfrm>
        </p:grpSpPr>
        <p:sp>
          <p:nvSpPr>
            <p:cNvPr id="63" name="椭圆 62"/>
            <p:cNvSpPr/>
            <p:nvPr/>
          </p:nvSpPr>
          <p:spPr>
            <a:xfrm>
              <a:off x="2070100" y="1816100"/>
              <a:ext cx="596900" cy="59690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wedding-rings_143155"/>
            <p:cNvSpPr>
              <a:spLocks noChangeAspect="1"/>
            </p:cNvSpPr>
            <p:nvPr/>
          </p:nvSpPr>
          <p:spPr bwMode="auto">
            <a:xfrm>
              <a:off x="2202244" y="1948495"/>
              <a:ext cx="332612" cy="332110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68" name="组合 67"/>
          <p:cNvGrpSpPr/>
          <p:nvPr/>
        </p:nvGrpSpPr>
        <p:grpSpPr>
          <a:xfrm>
            <a:off x="462988" y="1803260"/>
            <a:ext cx="1861725" cy="732444"/>
            <a:chOff x="492369" y="1445031"/>
            <a:chExt cx="1861725" cy="732444"/>
          </a:xfrm>
        </p:grpSpPr>
        <p:sp>
          <p:nvSpPr>
            <p:cNvPr id="66" name="文本框 65"/>
            <p:cNvSpPr txBox="1"/>
            <p:nvPr/>
          </p:nvSpPr>
          <p:spPr>
            <a:xfrm>
              <a:off x="492369" y="1746588"/>
              <a:ext cx="18617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400" dirty="0"/>
                <a:t>XXXXXXXXXXXXXXXXXXXXXXXXXXX</a:t>
              </a: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492369" y="1445031"/>
              <a:ext cx="186172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</a:rPr>
                <a:t>XXX</a:t>
              </a: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462988" y="3019920"/>
            <a:ext cx="1861725" cy="732444"/>
            <a:chOff x="492369" y="1445031"/>
            <a:chExt cx="1861725" cy="732444"/>
          </a:xfrm>
        </p:grpSpPr>
        <p:sp>
          <p:nvSpPr>
            <p:cNvPr id="70" name="文本框 69"/>
            <p:cNvSpPr txBox="1"/>
            <p:nvPr/>
          </p:nvSpPr>
          <p:spPr>
            <a:xfrm>
              <a:off x="492369" y="1746588"/>
              <a:ext cx="18617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400" dirty="0"/>
                <a:t>XXXXXXXXXXXXXXXXXXXXXXXXXXX</a:t>
              </a: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492369" y="1445031"/>
              <a:ext cx="186172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</a:rPr>
                <a:t>XXX</a:t>
              </a: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462988" y="4236580"/>
            <a:ext cx="1861725" cy="732444"/>
            <a:chOff x="492369" y="1445031"/>
            <a:chExt cx="1861725" cy="732444"/>
          </a:xfrm>
        </p:grpSpPr>
        <p:sp>
          <p:nvSpPr>
            <p:cNvPr id="73" name="文本框 72"/>
            <p:cNvSpPr txBox="1"/>
            <p:nvPr/>
          </p:nvSpPr>
          <p:spPr>
            <a:xfrm>
              <a:off x="492369" y="1746588"/>
              <a:ext cx="18617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400" dirty="0"/>
                <a:t>XXXXXXXXXXXXXXXXXXXXXXXXXXX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492369" y="1445031"/>
              <a:ext cx="186172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</a:rPr>
                <a:t>XXX</a:t>
              </a: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462988" y="5453240"/>
            <a:ext cx="1861725" cy="732444"/>
            <a:chOff x="492369" y="1445031"/>
            <a:chExt cx="1861725" cy="732444"/>
          </a:xfrm>
        </p:grpSpPr>
        <p:sp>
          <p:nvSpPr>
            <p:cNvPr id="76" name="文本框 75"/>
            <p:cNvSpPr txBox="1"/>
            <p:nvPr/>
          </p:nvSpPr>
          <p:spPr>
            <a:xfrm>
              <a:off x="492369" y="1746588"/>
              <a:ext cx="18617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400" dirty="0"/>
                <a:t>XXXXXXXXXXXXXXXXXXXXXXXXXXX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492369" y="1445031"/>
              <a:ext cx="186172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1"/>
                  </a:solidFill>
                </a:rPr>
                <a:t>XXX</a:t>
              </a:r>
            </a:p>
          </p:txBody>
        </p:sp>
      </p:grpSp>
      <p:grpSp>
        <p:nvGrpSpPr>
          <p:cNvPr id="80" name="组合 79"/>
          <p:cNvGrpSpPr/>
          <p:nvPr/>
        </p:nvGrpSpPr>
        <p:grpSpPr>
          <a:xfrm>
            <a:off x="9071820" y="1871032"/>
            <a:ext cx="596900" cy="596900"/>
            <a:chOff x="2070100" y="1816100"/>
            <a:chExt cx="596900" cy="596900"/>
          </a:xfrm>
        </p:grpSpPr>
        <p:sp>
          <p:nvSpPr>
            <p:cNvPr id="102" name="椭圆 101"/>
            <p:cNvSpPr/>
            <p:nvPr/>
          </p:nvSpPr>
          <p:spPr>
            <a:xfrm>
              <a:off x="2070100" y="1816100"/>
              <a:ext cx="596900" cy="5969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wedding-rings_143155"/>
            <p:cNvSpPr>
              <a:spLocks noChangeAspect="1"/>
            </p:cNvSpPr>
            <p:nvPr/>
          </p:nvSpPr>
          <p:spPr bwMode="auto">
            <a:xfrm>
              <a:off x="2202244" y="1948495"/>
              <a:ext cx="332612" cy="332110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81" name="组合 80"/>
          <p:cNvGrpSpPr/>
          <p:nvPr/>
        </p:nvGrpSpPr>
        <p:grpSpPr>
          <a:xfrm>
            <a:off x="9071820" y="3087692"/>
            <a:ext cx="596900" cy="596900"/>
            <a:chOff x="2070100" y="1816100"/>
            <a:chExt cx="596900" cy="596900"/>
          </a:xfrm>
        </p:grpSpPr>
        <p:sp>
          <p:nvSpPr>
            <p:cNvPr id="100" name="椭圆 99"/>
            <p:cNvSpPr/>
            <p:nvPr/>
          </p:nvSpPr>
          <p:spPr>
            <a:xfrm>
              <a:off x="2070100" y="1816100"/>
              <a:ext cx="596900" cy="5969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wedding-rings_143155"/>
            <p:cNvSpPr>
              <a:spLocks noChangeAspect="1"/>
            </p:cNvSpPr>
            <p:nvPr/>
          </p:nvSpPr>
          <p:spPr bwMode="auto">
            <a:xfrm>
              <a:off x="2202244" y="1948495"/>
              <a:ext cx="332612" cy="332110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82" name="组合 81"/>
          <p:cNvGrpSpPr/>
          <p:nvPr/>
        </p:nvGrpSpPr>
        <p:grpSpPr>
          <a:xfrm>
            <a:off x="9071820" y="4304352"/>
            <a:ext cx="596900" cy="596900"/>
            <a:chOff x="2070100" y="1816100"/>
            <a:chExt cx="596900" cy="596900"/>
          </a:xfrm>
        </p:grpSpPr>
        <p:sp>
          <p:nvSpPr>
            <p:cNvPr id="98" name="椭圆 97"/>
            <p:cNvSpPr/>
            <p:nvPr/>
          </p:nvSpPr>
          <p:spPr>
            <a:xfrm>
              <a:off x="2070100" y="1816100"/>
              <a:ext cx="596900" cy="5969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wedding-rings_143155"/>
            <p:cNvSpPr>
              <a:spLocks noChangeAspect="1"/>
            </p:cNvSpPr>
            <p:nvPr/>
          </p:nvSpPr>
          <p:spPr bwMode="auto">
            <a:xfrm>
              <a:off x="2202244" y="1948495"/>
              <a:ext cx="332612" cy="332110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83" name="组合 82"/>
          <p:cNvGrpSpPr/>
          <p:nvPr/>
        </p:nvGrpSpPr>
        <p:grpSpPr>
          <a:xfrm>
            <a:off x="9071820" y="5521012"/>
            <a:ext cx="596900" cy="596900"/>
            <a:chOff x="2070100" y="1816100"/>
            <a:chExt cx="596900" cy="596900"/>
          </a:xfrm>
        </p:grpSpPr>
        <p:sp>
          <p:nvSpPr>
            <p:cNvPr id="96" name="椭圆 95"/>
            <p:cNvSpPr/>
            <p:nvPr/>
          </p:nvSpPr>
          <p:spPr>
            <a:xfrm>
              <a:off x="2070100" y="1816100"/>
              <a:ext cx="596900" cy="5969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wedding-rings_143155"/>
            <p:cNvSpPr>
              <a:spLocks noChangeAspect="1"/>
            </p:cNvSpPr>
            <p:nvPr/>
          </p:nvSpPr>
          <p:spPr bwMode="auto">
            <a:xfrm>
              <a:off x="2202244" y="1948495"/>
              <a:ext cx="332612" cy="332110"/>
            </a:xfrm>
            <a:custGeom>
              <a:avLst/>
              <a:gdLst>
                <a:gd name="T0" fmla="*/ 6467 w 6467"/>
                <a:gd name="T1" fmla="*/ 2429 h 6467"/>
                <a:gd name="T2" fmla="*/ 4038 w 6467"/>
                <a:gd name="T3" fmla="*/ 0 h 6467"/>
                <a:gd name="T4" fmla="*/ 1715 w 6467"/>
                <a:gd name="T5" fmla="*/ 1716 h 6467"/>
                <a:gd name="T6" fmla="*/ 0 w 6467"/>
                <a:gd name="T7" fmla="*/ 4038 h 6467"/>
                <a:gd name="T8" fmla="*/ 2429 w 6467"/>
                <a:gd name="T9" fmla="*/ 6467 h 6467"/>
                <a:gd name="T10" fmla="*/ 4752 w 6467"/>
                <a:gd name="T11" fmla="*/ 4751 h 6467"/>
                <a:gd name="T12" fmla="*/ 6467 w 6467"/>
                <a:gd name="T13" fmla="*/ 2429 h 6467"/>
                <a:gd name="T14" fmla="*/ 2429 w 6467"/>
                <a:gd name="T15" fmla="*/ 6067 h 6467"/>
                <a:gd name="T16" fmla="*/ 400 w 6467"/>
                <a:gd name="T17" fmla="*/ 4038 h 6467"/>
                <a:gd name="T18" fmla="*/ 2429 w 6467"/>
                <a:gd name="T19" fmla="*/ 2008 h 6467"/>
                <a:gd name="T20" fmla="*/ 4378 w 6467"/>
                <a:gd name="T21" fmla="*/ 3471 h 6467"/>
                <a:gd name="T22" fmla="*/ 4038 w 6467"/>
                <a:gd name="T23" fmla="*/ 3525 h 6467"/>
                <a:gd name="T24" fmla="*/ 3827 w 6467"/>
                <a:gd name="T25" fmla="*/ 3504 h 6467"/>
                <a:gd name="T26" fmla="*/ 3334 w 6467"/>
                <a:gd name="T27" fmla="*/ 2846 h 6467"/>
                <a:gd name="T28" fmla="*/ 2429 w 6467"/>
                <a:gd name="T29" fmla="*/ 2542 h 6467"/>
                <a:gd name="T30" fmla="*/ 933 w 6467"/>
                <a:gd name="T31" fmla="*/ 4038 h 6467"/>
                <a:gd name="T32" fmla="*/ 2429 w 6467"/>
                <a:gd name="T33" fmla="*/ 5533 h 6467"/>
                <a:gd name="T34" fmla="*/ 3696 w 6467"/>
                <a:gd name="T35" fmla="*/ 4834 h 6467"/>
                <a:gd name="T36" fmla="*/ 4038 w 6467"/>
                <a:gd name="T37" fmla="*/ 4858 h 6467"/>
                <a:gd name="T38" fmla="*/ 4292 w 6467"/>
                <a:gd name="T39" fmla="*/ 4845 h 6467"/>
                <a:gd name="T40" fmla="*/ 2429 w 6467"/>
                <a:gd name="T41" fmla="*/ 6067 h 6467"/>
                <a:gd name="T42" fmla="*/ 4735 w 6467"/>
                <a:gd name="T43" fmla="*/ 3273 h 6467"/>
                <a:gd name="T44" fmla="*/ 3974 w 6467"/>
                <a:gd name="T45" fmla="*/ 2163 h 6467"/>
                <a:gd name="T46" fmla="*/ 3192 w 6467"/>
                <a:gd name="T47" fmla="*/ 1732 h 6467"/>
                <a:gd name="T48" fmla="*/ 4038 w 6467"/>
                <a:gd name="T49" fmla="*/ 1333 h 6467"/>
                <a:gd name="T50" fmla="*/ 5133 w 6467"/>
                <a:gd name="T51" fmla="*/ 2429 h 6467"/>
                <a:gd name="T52" fmla="*/ 4735 w 6467"/>
                <a:gd name="T53" fmla="*/ 3273 h 6467"/>
                <a:gd name="T54" fmla="*/ 1731 w 6467"/>
                <a:gd name="T55" fmla="*/ 3193 h 6467"/>
                <a:gd name="T56" fmla="*/ 2492 w 6467"/>
                <a:gd name="T57" fmla="*/ 4303 h 6467"/>
                <a:gd name="T58" fmla="*/ 3275 w 6467"/>
                <a:gd name="T59" fmla="*/ 4735 h 6467"/>
                <a:gd name="T60" fmla="*/ 2429 w 6467"/>
                <a:gd name="T61" fmla="*/ 5133 h 6467"/>
                <a:gd name="T62" fmla="*/ 1333 w 6467"/>
                <a:gd name="T63" fmla="*/ 4038 h 6467"/>
                <a:gd name="T64" fmla="*/ 1731 w 6467"/>
                <a:gd name="T65" fmla="*/ 3193 h 6467"/>
                <a:gd name="T66" fmla="*/ 4038 w 6467"/>
                <a:gd name="T67" fmla="*/ 4458 h 6467"/>
                <a:gd name="T68" fmla="*/ 2089 w 6467"/>
                <a:gd name="T69" fmla="*/ 2996 h 6467"/>
                <a:gd name="T70" fmla="*/ 2429 w 6467"/>
                <a:gd name="T71" fmla="*/ 2942 h 6467"/>
                <a:gd name="T72" fmla="*/ 2640 w 6467"/>
                <a:gd name="T73" fmla="*/ 2963 h 6467"/>
                <a:gd name="T74" fmla="*/ 3133 w 6467"/>
                <a:gd name="T75" fmla="*/ 3620 h 6467"/>
                <a:gd name="T76" fmla="*/ 4038 w 6467"/>
                <a:gd name="T77" fmla="*/ 3925 h 6467"/>
                <a:gd name="T78" fmla="*/ 5533 w 6467"/>
                <a:gd name="T79" fmla="*/ 2429 h 6467"/>
                <a:gd name="T80" fmla="*/ 4038 w 6467"/>
                <a:gd name="T81" fmla="*/ 933 h 6467"/>
                <a:gd name="T82" fmla="*/ 3239 w 6467"/>
                <a:gd name="T83" fmla="*/ 1164 h 6467"/>
                <a:gd name="T84" fmla="*/ 2771 w 6467"/>
                <a:gd name="T85" fmla="*/ 1633 h 6467"/>
                <a:gd name="T86" fmla="*/ 2429 w 6467"/>
                <a:gd name="T87" fmla="*/ 1608 h 6467"/>
                <a:gd name="T88" fmla="*/ 2175 w 6467"/>
                <a:gd name="T89" fmla="*/ 1622 h 6467"/>
                <a:gd name="T90" fmla="*/ 4038 w 6467"/>
                <a:gd name="T91" fmla="*/ 400 h 6467"/>
                <a:gd name="T92" fmla="*/ 6067 w 6467"/>
                <a:gd name="T93" fmla="*/ 2429 h 6467"/>
                <a:gd name="T94" fmla="*/ 4038 w 6467"/>
                <a:gd name="T95" fmla="*/ 4458 h 64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467" h="6467">
                  <a:moveTo>
                    <a:pt x="6467" y="2429"/>
                  </a:moveTo>
                  <a:cubicBezTo>
                    <a:pt x="6467" y="1090"/>
                    <a:pt x="5377" y="0"/>
                    <a:pt x="4038" y="0"/>
                  </a:cubicBezTo>
                  <a:cubicBezTo>
                    <a:pt x="2965" y="0"/>
                    <a:pt x="2026" y="700"/>
                    <a:pt x="1715" y="1716"/>
                  </a:cubicBezTo>
                  <a:cubicBezTo>
                    <a:pt x="723" y="2021"/>
                    <a:pt x="0" y="2947"/>
                    <a:pt x="0" y="4038"/>
                  </a:cubicBezTo>
                  <a:cubicBezTo>
                    <a:pt x="0" y="5377"/>
                    <a:pt x="1090" y="6467"/>
                    <a:pt x="2429" y="6467"/>
                  </a:cubicBezTo>
                  <a:cubicBezTo>
                    <a:pt x="3502" y="6467"/>
                    <a:pt x="4441" y="5767"/>
                    <a:pt x="4752" y="4751"/>
                  </a:cubicBezTo>
                  <a:cubicBezTo>
                    <a:pt x="5744" y="4445"/>
                    <a:pt x="6467" y="3520"/>
                    <a:pt x="6467" y="2429"/>
                  </a:cubicBezTo>
                  <a:close/>
                  <a:moveTo>
                    <a:pt x="2429" y="6067"/>
                  </a:moveTo>
                  <a:cubicBezTo>
                    <a:pt x="1310" y="6067"/>
                    <a:pt x="400" y="5156"/>
                    <a:pt x="400" y="4038"/>
                  </a:cubicBezTo>
                  <a:cubicBezTo>
                    <a:pt x="400" y="2919"/>
                    <a:pt x="1310" y="2008"/>
                    <a:pt x="2429" y="2008"/>
                  </a:cubicBezTo>
                  <a:cubicBezTo>
                    <a:pt x="3334" y="2008"/>
                    <a:pt x="4129" y="2614"/>
                    <a:pt x="4378" y="3471"/>
                  </a:cubicBezTo>
                  <a:cubicBezTo>
                    <a:pt x="4271" y="3506"/>
                    <a:pt x="4156" y="3525"/>
                    <a:pt x="4038" y="3525"/>
                  </a:cubicBezTo>
                  <a:cubicBezTo>
                    <a:pt x="3966" y="3525"/>
                    <a:pt x="3895" y="3518"/>
                    <a:pt x="3827" y="3504"/>
                  </a:cubicBezTo>
                  <a:cubicBezTo>
                    <a:pt x="3727" y="3245"/>
                    <a:pt x="3555" y="3015"/>
                    <a:pt x="3334" y="2846"/>
                  </a:cubicBezTo>
                  <a:cubicBezTo>
                    <a:pt x="3072" y="2647"/>
                    <a:pt x="2759" y="2542"/>
                    <a:pt x="2429" y="2542"/>
                  </a:cubicBezTo>
                  <a:cubicBezTo>
                    <a:pt x="1604" y="2542"/>
                    <a:pt x="933" y="3213"/>
                    <a:pt x="933" y="4038"/>
                  </a:cubicBezTo>
                  <a:cubicBezTo>
                    <a:pt x="933" y="4862"/>
                    <a:pt x="1604" y="5533"/>
                    <a:pt x="2429" y="5533"/>
                  </a:cubicBezTo>
                  <a:cubicBezTo>
                    <a:pt x="2950" y="5533"/>
                    <a:pt x="3425" y="5265"/>
                    <a:pt x="3696" y="4834"/>
                  </a:cubicBezTo>
                  <a:cubicBezTo>
                    <a:pt x="3808" y="4850"/>
                    <a:pt x="3923" y="4858"/>
                    <a:pt x="4038" y="4858"/>
                  </a:cubicBezTo>
                  <a:cubicBezTo>
                    <a:pt x="4123" y="4858"/>
                    <a:pt x="4208" y="4854"/>
                    <a:pt x="4292" y="4845"/>
                  </a:cubicBezTo>
                  <a:cubicBezTo>
                    <a:pt x="3975" y="5578"/>
                    <a:pt x="3249" y="6067"/>
                    <a:pt x="2429" y="6067"/>
                  </a:cubicBezTo>
                  <a:close/>
                  <a:moveTo>
                    <a:pt x="4735" y="3273"/>
                  </a:moveTo>
                  <a:cubicBezTo>
                    <a:pt x="4592" y="2842"/>
                    <a:pt x="4328" y="2455"/>
                    <a:pt x="3974" y="2163"/>
                  </a:cubicBezTo>
                  <a:cubicBezTo>
                    <a:pt x="3742" y="1971"/>
                    <a:pt x="3475" y="1825"/>
                    <a:pt x="3192" y="1732"/>
                  </a:cubicBezTo>
                  <a:cubicBezTo>
                    <a:pt x="3397" y="1482"/>
                    <a:pt x="3704" y="1333"/>
                    <a:pt x="4038" y="1333"/>
                  </a:cubicBezTo>
                  <a:cubicBezTo>
                    <a:pt x="4642" y="1333"/>
                    <a:pt x="5133" y="1825"/>
                    <a:pt x="5133" y="2429"/>
                  </a:cubicBezTo>
                  <a:cubicBezTo>
                    <a:pt x="5133" y="2768"/>
                    <a:pt x="4978" y="3072"/>
                    <a:pt x="4735" y="3273"/>
                  </a:cubicBezTo>
                  <a:close/>
                  <a:moveTo>
                    <a:pt x="1731" y="3193"/>
                  </a:moveTo>
                  <a:cubicBezTo>
                    <a:pt x="1875" y="3624"/>
                    <a:pt x="2139" y="4011"/>
                    <a:pt x="2492" y="4303"/>
                  </a:cubicBezTo>
                  <a:cubicBezTo>
                    <a:pt x="2725" y="4496"/>
                    <a:pt x="2991" y="4641"/>
                    <a:pt x="3275" y="4735"/>
                  </a:cubicBezTo>
                  <a:cubicBezTo>
                    <a:pt x="3070" y="4983"/>
                    <a:pt x="2762" y="5133"/>
                    <a:pt x="2429" y="5133"/>
                  </a:cubicBezTo>
                  <a:cubicBezTo>
                    <a:pt x="1825" y="5133"/>
                    <a:pt x="1333" y="4642"/>
                    <a:pt x="1333" y="4038"/>
                  </a:cubicBezTo>
                  <a:cubicBezTo>
                    <a:pt x="1333" y="3698"/>
                    <a:pt x="1488" y="3394"/>
                    <a:pt x="1731" y="3193"/>
                  </a:cubicBezTo>
                  <a:close/>
                  <a:moveTo>
                    <a:pt x="4038" y="4458"/>
                  </a:moveTo>
                  <a:cubicBezTo>
                    <a:pt x="3133" y="4458"/>
                    <a:pt x="2338" y="3852"/>
                    <a:pt x="2089" y="2996"/>
                  </a:cubicBezTo>
                  <a:cubicBezTo>
                    <a:pt x="2196" y="2961"/>
                    <a:pt x="2310" y="2942"/>
                    <a:pt x="2429" y="2942"/>
                  </a:cubicBezTo>
                  <a:cubicBezTo>
                    <a:pt x="2501" y="2942"/>
                    <a:pt x="2571" y="2949"/>
                    <a:pt x="2640" y="2963"/>
                  </a:cubicBezTo>
                  <a:cubicBezTo>
                    <a:pt x="2739" y="3221"/>
                    <a:pt x="2911" y="3452"/>
                    <a:pt x="3133" y="3620"/>
                  </a:cubicBezTo>
                  <a:cubicBezTo>
                    <a:pt x="3395" y="3820"/>
                    <a:pt x="3708" y="3925"/>
                    <a:pt x="4038" y="3925"/>
                  </a:cubicBezTo>
                  <a:cubicBezTo>
                    <a:pt x="4862" y="3925"/>
                    <a:pt x="5533" y="3254"/>
                    <a:pt x="5533" y="2429"/>
                  </a:cubicBezTo>
                  <a:cubicBezTo>
                    <a:pt x="5533" y="1604"/>
                    <a:pt x="4862" y="933"/>
                    <a:pt x="4038" y="933"/>
                  </a:cubicBezTo>
                  <a:cubicBezTo>
                    <a:pt x="3754" y="933"/>
                    <a:pt x="3478" y="1013"/>
                    <a:pt x="3239" y="1164"/>
                  </a:cubicBezTo>
                  <a:cubicBezTo>
                    <a:pt x="3049" y="1284"/>
                    <a:pt x="2890" y="1444"/>
                    <a:pt x="2771" y="1633"/>
                  </a:cubicBezTo>
                  <a:cubicBezTo>
                    <a:pt x="2658" y="1617"/>
                    <a:pt x="2544" y="1608"/>
                    <a:pt x="2429" y="1608"/>
                  </a:cubicBezTo>
                  <a:cubicBezTo>
                    <a:pt x="2343" y="1608"/>
                    <a:pt x="2259" y="1613"/>
                    <a:pt x="2175" y="1622"/>
                  </a:cubicBezTo>
                  <a:cubicBezTo>
                    <a:pt x="2492" y="889"/>
                    <a:pt x="3218" y="400"/>
                    <a:pt x="4038" y="400"/>
                  </a:cubicBezTo>
                  <a:cubicBezTo>
                    <a:pt x="5156" y="400"/>
                    <a:pt x="6067" y="1310"/>
                    <a:pt x="6067" y="2429"/>
                  </a:cubicBezTo>
                  <a:cubicBezTo>
                    <a:pt x="6067" y="3548"/>
                    <a:pt x="5156" y="4458"/>
                    <a:pt x="4038" y="445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84" name="组合 83"/>
          <p:cNvGrpSpPr/>
          <p:nvPr/>
        </p:nvGrpSpPr>
        <p:grpSpPr>
          <a:xfrm>
            <a:off x="9867289" y="1803260"/>
            <a:ext cx="1861725" cy="732444"/>
            <a:chOff x="492369" y="1445031"/>
            <a:chExt cx="1861725" cy="732444"/>
          </a:xfrm>
        </p:grpSpPr>
        <p:sp>
          <p:nvSpPr>
            <p:cNvPr id="94" name="文本框 93"/>
            <p:cNvSpPr txBox="1"/>
            <p:nvPr/>
          </p:nvSpPr>
          <p:spPr>
            <a:xfrm>
              <a:off x="492369" y="1746588"/>
              <a:ext cx="18617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400" dirty="0"/>
                <a:t>XXXXXXXXXXXXXXXXXXXXXXXXXXX</a:t>
              </a:r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492369" y="1445031"/>
              <a:ext cx="186172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XXX</a:t>
              </a:r>
            </a:p>
          </p:txBody>
        </p:sp>
      </p:grpSp>
      <p:grpSp>
        <p:nvGrpSpPr>
          <p:cNvPr id="85" name="组合 84"/>
          <p:cNvGrpSpPr/>
          <p:nvPr/>
        </p:nvGrpSpPr>
        <p:grpSpPr>
          <a:xfrm>
            <a:off x="9867289" y="3019920"/>
            <a:ext cx="1861725" cy="732444"/>
            <a:chOff x="492369" y="1445031"/>
            <a:chExt cx="1861725" cy="732444"/>
          </a:xfrm>
        </p:grpSpPr>
        <p:sp>
          <p:nvSpPr>
            <p:cNvPr id="92" name="文本框 91"/>
            <p:cNvSpPr txBox="1"/>
            <p:nvPr/>
          </p:nvSpPr>
          <p:spPr>
            <a:xfrm>
              <a:off x="492369" y="1746588"/>
              <a:ext cx="18617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400" dirty="0"/>
                <a:t>XXXXXXXXXXXXXXXXXXXXXXXXXXX</a:t>
              </a:r>
            </a:p>
          </p:txBody>
        </p:sp>
        <p:sp>
          <p:nvSpPr>
            <p:cNvPr id="93" name="文本框 92"/>
            <p:cNvSpPr txBox="1"/>
            <p:nvPr/>
          </p:nvSpPr>
          <p:spPr>
            <a:xfrm>
              <a:off x="492369" y="1445031"/>
              <a:ext cx="186172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XXX</a:t>
              </a: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9867289" y="4236580"/>
            <a:ext cx="1861725" cy="732444"/>
            <a:chOff x="492369" y="1445031"/>
            <a:chExt cx="1861725" cy="732444"/>
          </a:xfrm>
        </p:grpSpPr>
        <p:sp>
          <p:nvSpPr>
            <p:cNvPr id="90" name="文本框 89"/>
            <p:cNvSpPr txBox="1"/>
            <p:nvPr/>
          </p:nvSpPr>
          <p:spPr>
            <a:xfrm>
              <a:off x="492369" y="1746588"/>
              <a:ext cx="18617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400" dirty="0"/>
                <a:t>XXXXXXXXXXXXXXXXXXXXXXXXXXX</a:t>
              </a: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492369" y="1445031"/>
              <a:ext cx="186172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XXX</a:t>
              </a:r>
            </a:p>
          </p:txBody>
        </p:sp>
      </p:grpSp>
      <p:grpSp>
        <p:nvGrpSpPr>
          <p:cNvPr id="87" name="组合 86"/>
          <p:cNvGrpSpPr/>
          <p:nvPr/>
        </p:nvGrpSpPr>
        <p:grpSpPr>
          <a:xfrm>
            <a:off x="9867289" y="5453240"/>
            <a:ext cx="1861725" cy="732444"/>
            <a:chOff x="492369" y="1445031"/>
            <a:chExt cx="1861725" cy="732444"/>
          </a:xfrm>
        </p:grpSpPr>
        <p:sp>
          <p:nvSpPr>
            <p:cNvPr id="88" name="文本框 87"/>
            <p:cNvSpPr txBox="1"/>
            <p:nvPr/>
          </p:nvSpPr>
          <p:spPr>
            <a:xfrm>
              <a:off x="492369" y="1746588"/>
              <a:ext cx="1861725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400" dirty="0"/>
                <a:t>XXXXXXXXXXXXXXXXXXXXXXXXXXX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492369" y="1445031"/>
              <a:ext cx="1861725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b="1" dirty="0">
                  <a:solidFill>
                    <a:schemeClr val="accent2">
                      <a:lumMod val="75000"/>
                    </a:schemeClr>
                  </a:solidFill>
                </a:rPr>
                <a:t>XXX</a:t>
              </a:r>
            </a:p>
          </p:txBody>
        </p:sp>
      </p:grpSp>
      <p:sp>
        <p:nvSpPr>
          <p:cNvPr id="46" name="椭圆 45"/>
          <p:cNvSpPr/>
          <p:nvPr/>
        </p:nvSpPr>
        <p:spPr>
          <a:xfrm>
            <a:off x="3550768" y="2659832"/>
            <a:ext cx="1259245" cy="2661587"/>
          </a:xfrm>
          <a:custGeom>
            <a:avLst/>
            <a:gdLst>
              <a:gd name="connsiteX0" fmla="*/ 0 w 3947160"/>
              <a:gd name="connsiteY0" fmla="*/ 2125980 h 4251960"/>
              <a:gd name="connsiteX1" fmla="*/ 1973580 w 3947160"/>
              <a:gd name="connsiteY1" fmla="*/ 0 h 4251960"/>
              <a:gd name="connsiteX2" fmla="*/ 3947160 w 3947160"/>
              <a:gd name="connsiteY2" fmla="*/ 2125980 h 4251960"/>
              <a:gd name="connsiteX3" fmla="*/ 1973580 w 3947160"/>
              <a:gd name="connsiteY3" fmla="*/ 4251960 h 4251960"/>
              <a:gd name="connsiteX4" fmla="*/ 0 w 3947160"/>
              <a:gd name="connsiteY4" fmla="*/ 2125980 h 4251960"/>
              <a:gd name="connsiteX0-1" fmla="*/ 0 w 3947160"/>
              <a:gd name="connsiteY0-2" fmla="*/ 2125980 h 4251960"/>
              <a:gd name="connsiteX1-3" fmla="*/ 1973580 w 3947160"/>
              <a:gd name="connsiteY1-4" fmla="*/ 0 h 4251960"/>
              <a:gd name="connsiteX2-5" fmla="*/ 3947160 w 3947160"/>
              <a:gd name="connsiteY2-6" fmla="*/ 2125980 h 4251960"/>
              <a:gd name="connsiteX3-7" fmla="*/ 1973580 w 3947160"/>
              <a:gd name="connsiteY3-8" fmla="*/ 4251960 h 4251960"/>
              <a:gd name="connsiteX4-9" fmla="*/ 0 w 3947160"/>
              <a:gd name="connsiteY4-10" fmla="*/ 2125980 h 4251960"/>
              <a:gd name="connsiteX0-11" fmla="*/ 3947160 w 4038600"/>
              <a:gd name="connsiteY0-12" fmla="*/ 2125980 h 4251960"/>
              <a:gd name="connsiteX1-13" fmla="*/ 1973580 w 4038600"/>
              <a:gd name="connsiteY1-14" fmla="*/ 4251960 h 4251960"/>
              <a:gd name="connsiteX2-15" fmla="*/ 0 w 4038600"/>
              <a:gd name="connsiteY2-16" fmla="*/ 2125980 h 4251960"/>
              <a:gd name="connsiteX3-17" fmla="*/ 1973580 w 4038600"/>
              <a:gd name="connsiteY3-18" fmla="*/ 0 h 4251960"/>
              <a:gd name="connsiteX4-19" fmla="*/ 4038600 w 4038600"/>
              <a:gd name="connsiteY4-20" fmla="*/ 2217420 h 4251960"/>
              <a:gd name="connsiteX0-21" fmla="*/ 3947160 w 3947160"/>
              <a:gd name="connsiteY0-22" fmla="*/ 2125980 h 4251960"/>
              <a:gd name="connsiteX1-23" fmla="*/ 1973580 w 3947160"/>
              <a:gd name="connsiteY1-24" fmla="*/ 4251960 h 4251960"/>
              <a:gd name="connsiteX2-25" fmla="*/ 0 w 3947160"/>
              <a:gd name="connsiteY2-26" fmla="*/ 2125980 h 4251960"/>
              <a:gd name="connsiteX3-27" fmla="*/ 1973580 w 3947160"/>
              <a:gd name="connsiteY3-28" fmla="*/ 0 h 4251960"/>
              <a:gd name="connsiteX0-29" fmla="*/ 1973580 w 1973580"/>
              <a:gd name="connsiteY0-30" fmla="*/ 4251960 h 4251960"/>
              <a:gd name="connsiteX1-31" fmla="*/ 0 w 1973580"/>
              <a:gd name="connsiteY1-32" fmla="*/ 2125980 h 4251960"/>
              <a:gd name="connsiteX2-33" fmla="*/ 1973580 w 1973580"/>
              <a:gd name="connsiteY2-34" fmla="*/ 0 h 42519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73580" h="4251960">
                <a:moveTo>
                  <a:pt x="1973580" y="4251960"/>
                </a:moveTo>
                <a:cubicBezTo>
                  <a:pt x="883602" y="4251960"/>
                  <a:pt x="0" y="3300126"/>
                  <a:pt x="0" y="2125980"/>
                </a:cubicBezTo>
                <a:cubicBezTo>
                  <a:pt x="0" y="951834"/>
                  <a:pt x="883602" y="0"/>
                  <a:pt x="1973580" y="0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椭圆 45"/>
          <p:cNvSpPr/>
          <p:nvPr/>
        </p:nvSpPr>
        <p:spPr>
          <a:xfrm flipH="1">
            <a:off x="7381987" y="2659832"/>
            <a:ext cx="1259245" cy="2661587"/>
          </a:xfrm>
          <a:custGeom>
            <a:avLst/>
            <a:gdLst>
              <a:gd name="connsiteX0" fmla="*/ 0 w 3947160"/>
              <a:gd name="connsiteY0" fmla="*/ 2125980 h 4251960"/>
              <a:gd name="connsiteX1" fmla="*/ 1973580 w 3947160"/>
              <a:gd name="connsiteY1" fmla="*/ 0 h 4251960"/>
              <a:gd name="connsiteX2" fmla="*/ 3947160 w 3947160"/>
              <a:gd name="connsiteY2" fmla="*/ 2125980 h 4251960"/>
              <a:gd name="connsiteX3" fmla="*/ 1973580 w 3947160"/>
              <a:gd name="connsiteY3" fmla="*/ 4251960 h 4251960"/>
              <a:gd name="connsiteX4" fmla="*/ 0 w 3947160"/>
              <a:gd name="connsiteY4" fmla="*/ 2125980 h 4251960"/>
              <a:gd name="connsiteX0-1" fmla="*/ 0 w 3947160"/>
              <a:gd name="connsiteY0-2" fmla="*/ 2125980 h 4251960"/>
              <a:gd name="connsiteX1-3" fmla="*/ 1973580 w 3947160"/>
              <a:gd name="connsiteY1-4" fmla="*/ 0 h 4251960"/>
              <a:gd name="connsiteX2-5" fmla="*/ 3947160 w 3947160"/>
              <a:gd name="connsiteY2-6" fmla="*/ 2125980 h 4251960"/>
              <a:gd name="connsiteX3-7" fmla="*/ 1973580 w 3947160"/>
              <a:gd name="connsiteY3-8" fmla="*/ 4251960 h 4251960"/>
              <a:gd name="connsiteX4-9" fmla="*/ 0 w 3947160"/>
              <a:gd name="connsiteY4-10" fmla="*/ 2125980 h 4251960"/>
              <a:gd name="connsiteX0-11" fmla="*/ 3947160 w 4038600"/>
              <a:gd name="connsiteY0-12" fmla="*/ 2125980 h 4251960"/>
              <a:gd name="connsiteX1-13" fmla="*/ 1973580 w 4038600"/>
              <a:gd name="connsiteY1-14" fmla="*/ 4251960 h 4251960"/>
              <a:gd name="connsiteX2-15" fmla="*/ 0 w 4038600"/>
              <a:gd name="connsiteY2-16" fmla="*/ 2125980 h 4251960"/>
              <a:gd name="connsiteX3-17" fmla="*/ 1973580 w 4038600"/>
              <a:gd name="connsiteY3-18" fmla="*/ 0 h 4251960"/>
              <a:gd name="connsiteX4-19" fmla="*/ 4038600 w 4038600"/>
              <a:gd name="connsiteY4-20" fmla="*/ 2217420 h 4251960"/>
              <a:gd name="connsiteX0-21" fmla="*/ 3947160 w 3947160"/>
              <a:gd name="connsiteY0-22" fmla="*/ 2125980 h 4251960"/>
              <a:gd name="connsiteX1-23" fmla="*/ 1973580 w 3947160"/>
              <a:gd name="connsiteY1-24" fmla="*/ 4251960 h 4251960"/>
              <a:gd name="connsiteX2-25" fmla="*/ 0 w 3947160"/>
              <a:gd name="connsiteY2-26" fmla="*/ 2125980 h 4251960"/>
              <a:gd name="connsiteX3-27" fmla="*/ 1973580 w 3947160"/>
              <a:gd name="connsiteY3-28" fmla="*/ 0 h 4251960"/>
              <a:gd name="connsiteX0-29" fmla="*/ 1973580 w 1973580"/>
              <a:gd name="connsiteY0-30" fmla="*/ 4251960 h 4251960"/>
              <a:gd name="connsiteX1-31" fmla="*/ 0 w 1973580"/>
              <a:gd name="connsiteY1-32" fmla="*/ 2125980 h 4251960"/>
              <a:gd name="connsiteX2-33" fmla="*/ 1973580 w 1973580"/>
              <a:gd name="connsiteY2-34" fmla="*/ 0 h 425196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73580" h="4251960">
                <a:moveTo>
                  <a:pt x="1973580" y="4251960"/>
                </a:moveTo>
                <a:cubicBezTo>
                  <a:pt x="883602" y="4251960"/>
                  <a:pt x="0" y="3300126"/>
                  <a:pt x="0" y="2125980"/>
                </a:cubicBezTo>
                <a:cubicBezTo>
                  <a:pt x="0" y="951834"/>
                  <a:pt x="883602" y="0"/>
                  <a:pt x="1973580" y="0"/>
                </a:cubicBezTo>
              </a:path>
            </a:pathLst>
          </a:cu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椭圆 107"/>
          <p:cNvSpPr/>
          <p:nvPr/>
        </p:nvSpPr>
        <p:spPr>
          <a:xfrm flipH="1">
            <a:off x="7400060" y="2582908"/>
            <a:ext cx="176926" cy="17692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椭圆 108"/>
          <p:cNvSpPr/>
          <p:nvPr/>
        </p:nvSpPr>
        <p:spPr>
          <a:xfrm flipH="1">
            <a:off x="8415722" y="3332598"/>
            <a:ext cx="176926" cy="17692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椭圆 109"/>
          <p:cNvSpPr/>
          <p:nvPr/>
        </p:nvSpPr>
        <p:spPr>
          <a:xfrm flipH="1">
            <a:off x="8415722" y="4471729"/>
            <a:ext cx="176926" cy="17692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椭圆 110"/>
          <p:cNvSpPr/>
          <p:nvPr/>
        </p:nvSpPr>
        <p:spPr>
          <a:xfrm flipH="1">
            <a:off x="7400060" y="5229110"/>
            <a:ext cx="176926" cy="17692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7" name="组合 116"/>
          <p:cNvGrpSpPr/>
          <p:nvPr/>
        </p:nvGrpSpPr>
        <p:grpSpPr>
          <a:xfrm>
            <a:off x="3054485" y="2290215"/>
            <a:ext cx="1624519" cy="3410031"/>
            <a:chOff x="3054485" y="1848255"/>
            <a:chExt cx="1624519" cy="3410031"/>
          </a:xfrm>
        </p:grpSpPr>
        <p:sp>
          <p:nvSpPr>
            <p:cNvPr id="113" name="任意多边形 112"/>
            <p:cNvSpPr/>
            <p:nvPr/>
          </p:nvSpPr>
          <p:spPr>
            <a:xfrm>
              <a:off x="3054485" y="1848255"/>
              <a:ext cx="1624519" cy="369651"/>
            </a:xfrm>
            <a:custGeom>
              <a:avLst/>
              <a:gdLst>
                <a:gd name="connsiteX0" fmla="*/ 1624519 w 1624519"/>
                <a:gd name="connsiteY0" fmla="*/ 369651 h 369651"/>
                <a:gd name="connsiteX1" fmla="*/ 291830 w 1624519"/>
                <a:gd name="connsiteY1" fmla="*/ 369651 h 369651"/>
                <a:gd name="connsiteX2" fmla="*/ 0 w 1624519"/>
                <a:gd name="connsiteY2" fmla="*/ 0 h 36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4519" h="369651">
                  <a:moveTo>
                    <a:pt x="1624519" y="369651"/>
                  </a:moveTo>
                  <a:lnTo>
                    <a:pt x="291830" y="369651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任意多边形 113"/>
            <p:cNvSpPr/>
            <p:nvPr/>
          </p:nvSpPr>
          <p:spPr>
            <a:xfrm>
              <a:off x="3070860" y="2964180"/>
              <a:ext cx="525780" cy="0"/>
            </a:xfrm>
            <a:custGeom>
              <a:avLst/>
              <a:gdLst>
                <a:gd name="connsiteX0" fmla="*/ 525780 w 525780"/>
                <a:gd name="connsiteY0" fmla="*/ 0 h 0"/>
                <a:gd name="connsiteX1" fmla="*/ 0 w 52578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5780">
                  <a:moveTo>
                    <a:pt x="525780" y="0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任意多边形 114"/>
            <p:cNvSpPr/>
            <p:nvPr/>
          </p:nvSpPr>
          <p:spPr>
            <a:xfrm>
              <a:off x="3070860" y="4130040"/>
              <a:ext cx="525780" cy="0"/>
            </a:xfrm>
            <a:custGeom>
              <a:avLst/>
              <a:gdLst>
                <a:gd name="connsiteX0" fmla="*/ 525780 w 525780"/>
                <a:gd name="connsiteY0" fmla="*/ 0 h 0"/>
                <a:gd name="connsiteX1" fmla="*/ 0 w 52578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5780">
                  <a:moveTo>
                    <a:pt x="525780" y="0"/>
                  </a:move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任意多边形 115"/>
            <p:cNvSpPr/>
            <p:nvPr/>
          </p:nvSpPr>
          <p:spPr>
            <a:xfrm flipV="1">
              <a:off x="3054485" y="4888635"/>
              <a:ext cx="1624519" cy="369651"/>
            </a:xfrm>
            <a:custGeom>
              <a:avLst/>
              <a:gdLst>
                <a:gd name="connsiteX0" fmla="*/ 1624519 w 1624519"/>
                <a:gd name="connsiteY0" fmla="*/ 369651 h 369651"/>
                <a:gd name="connsiteX1" fmla="*/ 291830 w 1624519"/>
                <a:gd name="connsiteY1" fmla="*/ 369651 h 369651"/>
                <a:gd name="connsiteX2" fmla="*/ 0 w 1624519"/>
                <a:gd name="connsiteY2" fmla="*/ 0 h 369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24519" h="369651">
                  <a:moveTo>
                    <a:pt x="1624519" y="369651"/>
                  </a:moveTo>
                  <a:lnTo>
                    <a:pt x="291830" y="369651"/>
                  </a:lnTo>
                  <a:lnTo>
                    <a:pt x="0" y="0"/>
                  </a:lnTo>
                </a:path>
              </a:pathLst>
            </a:custGeom>
            <a:noFill/>
            <a:ln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椭圆 47"/>
          <p:cNvSpPr/>
          <p:nvPr/>
        </p:nvSpPr>
        <p:spPr>
          <a:xfrm>
            <a:off x="4615014" y="2582908"/>
            <a:ext cx="176926" cy="17692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椭圆 48"/>
          <p:cNvSpPr/>
          <p:nvPr/>
        </p:nvSpPr>
        <p:spPr>
          <a:xfrm>
            <a:off x="3599352" y="3332598"/>
            <a:ext cx="176926" cy="17692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椭圆 49"/>
          <p:cNvSpPr/>
          <p:nvPr/>
        </p:nvSpPr>
        <p:spPr>
          <a:xfrm>
            <a:off x="3599352" y="4471729"/>
            <a:ext cx="176926" cy="17692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椭圆 50"/>
          <p:cNvSpPr/>
          <p:nvPr/>
        </p:nvSpPr>
        <p:spPr>
          <a:xfrm>
            <a:off x="4615014" y="5229110"/>
            <a:ext cx="176926" cy="17692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文本框 122"/>
          <p:cNvSpPr txBox="1"/>
          <p:nvPr/>
        </p:nvSpPr>
        <p:spPr>
          <a:xfrm>
            <a:off x="4126790" y="1258884"/>
            <a:ext cx="39384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XXXXXXXXXXXXXXXXXXXXXXXXXXXXXXXXXXXXXXXXX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JhYzAxODk1NzdiYTY1ZjE3MTQ4ZjE4MTk5OTRmYzMifQ=="/>
</p:tagLst>
</file>

<file path=ppt/theme/theme1.xml><?xml version="1.0" encoding="utf-8"?>
<a:theme xmlns:a="http://schemas.openxmlformats.org/drawingml/2006/main" name="1_Office 主题​​">
  <a:themeElements>
    <a:clrScheme name="时尚蓝黄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47FF"/>
      </a:accent1>
      <a:accent2>
        <a:srgbClr val="FEB32C"/>
      </a:accent2>
      <a:accent3>
        <a:srgbClr val="FFC000"/>
      </a:accent3>
      <a:accent4>
        <a:srgbClr val="113975"/>
      </a:accent4>
      <a:accent5>
        <a:srgbClr val="080A2B"/>
      </a:accent5>
      <a:accent6>
        <a:srgbClr val="0BA59C"/>
      </a:accent6>
      <a:hlink>
        <a:srgbClr val="0563C1"/>
      </a:hlink>
      <a:folHlink>
        <a:srgbClr val="954F72"/>
      </a:folHlink>
    </a:clrScheme>
    <a:fontScheme name="ogisx1pb">
      <a:majorFont>
        <a:latin typeface="Arial"/>
        <a:ea typeface="阿里巴巴普惠体 M"/>
        <a:cs typeface=""/>
      </a:majorFont>
      <a:minorFont>
        <a:latin typeface="Arial"/>
        <a:ea typeface="阿里巴巴普惠体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阿里巴巴普惠体 B</vt:lpstr>
      <vt:lpstr>等线</vt:lpstr>
      <vt:lpstr>Arial</vt:lpstr>
      <vt:lpstr>1_Office 主题​​</vt:lpstr>
      <vt:lpstr>幻灯片内页版式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26553BA434F94A0387F0181433CD467D</vt:lpwstr>
  </property>
  <property fmtid="{D5CDD505-2E9C-101B-9397-08002B2CF9AE}" pid="3" name="KSOProductBuildVer">
    <vt:lpwstr>2052-11.1.0.11830</vt:lpwstr>
  </property>
</Properties>
</file>