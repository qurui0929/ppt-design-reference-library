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4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幻灯片版式库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536363" y="6356350"/>
            <a:ext cx="655637" cy="365125"/>
          </a:xfrm>
        </p:spPr>
        <p:txBody>
          <a:bodyPr/>
          <a:lstStyle/>
          <a:p>
            <a:fld id="{7CD79A82-DA6F-4DEA-814A-FD7C6FF9CD07}" type="slidenum">
              <a:rPr lang="en-US" smtClean="0"/>
              <a:t>1</a:t>
            </a:fld>
            <a:endParaRPr 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2854958" y="2214880"/>
            <a:ext cx="5372042" cy="4663440"/>
            <a:chOff x="2854958" y="2773680"/>
            <a:chExt cx="5372042" cy="4104640"/>
          </a:xfrm>
        </p:grpSpPr>
        <p:sp>
          <p:nvSpPr>
            <p:cNvPr id="6" name="任意多边形 5"/>
            <p:cNvSpPr/>
            <p:nvPr/>
          </p:nvSpPr>
          <p:spPr>
            <a:xfrm>
              <a:off x="2854958" y="2773680"/>
              <a:ext cx="5372042" cy="4104640"/>
            </a:xfrm>
            <a:custGeom>
              <a:avLst/>
              <a:gdLst>
                <a:gd name="connsiteX0" fmla="*/ 0 w 5384800"/>
                <a:gd name="connsiteY0" fmla="*/ 4104640 h 4104640"/>
                <a:gd name="connsiteX1" fmla="*/ 4663440 w 5384800"/>
                <a:gd name="connsiteY1" fmla="*/ 1330960 h 4104640"/>
                <a:gd name="connsiteX2" fmla="*/ 2184400 w 5384800"/>
                <a:gd name="connsiteY2" fmla="*/ 213360 h 4104640"/>
                <a:gd name="connsiteX3" fmla="*/ 2682240 w 5384800"/>
                <a:gd name="connsiteY3" fmla="*/ 0 h 4104640"/>
                <a:gd name="connsiteX4" fmla="*/ 2407920 w 5384800"/>
                <a:gd name="connsiteY4" fmla="*/ 193040 h 4104640"/>
                <a:gd name="connsiteX5" fmla="*/ 5384800 w 5384800"/>
                <a:gd name="connsiteY5" fmla="*/ 1290320 h 4104640"/>
                <a:gd name="connsiteX6" fmla="*/ 3352800 w 5384800"/>
                <a:gd name="connsiteY6" fmla="*/ 4074160 h 4104640"/>
                <a:gd name="connsiteX7" fmla="*/ 0 w 5384800"/>
                <a:gd name="connsiteY7" fmla="*/ 4104640 h 4104640"/>
                <a:gd name="connsiteX0-1" fmla="*/ 0 w 5384800"/>
                <a:gd name="connsiteY0-2" fmla="*/ 4104640 h 4104640"/>
                <a:gd name="connsiteX1-3" fmla="*/ 4663440 w 5384800"/>
                <a:gd name="connsiteY1-4" fmla="*/ 1330960 h 4104640"/>
                <a:gd name="connsiteX2-5" fmla="*/ 2184400 w 5384800"/>
                <a:gd name="connsiteY2-6" fmla="*/ 213360 h 4104640"/>
                <a:gd name="connsiteX3-7" fmla="*/ 2682240 w 5384800"/>
                <a:gd name="connsiteY3-8" fmla="*/ 0 h 4104640"/>
                <a:gd name="connsiteX4-9" fmla="*/ 2407920 w 5384800"/>
                <a:gd name="connsiteY4-10" fmla="*/ 193040 h 4104640"/>
                <a:gd name="connsiteX5-11" fmla="*/ 5384800 w 5384800"/>
                <a:gd name="connsiteY5-12" fmla="*/ 1290320 h 4104640"/>
                <a:gd name="connsiteX6-13" fmla="*/ 3352800 w 5384800"/>
                <a:gd name="connsiteY6-14" fmla="*/ 4074160 h 4104640"/>
                <a:gd name="connsiteX7-15" fmla="*/ 0 w 5384800"/>
                <a:gd name="connsiteY7-16" fmla="*/ 4104640 h 4104640"/>
                <a:gd name="connsiteX0-17" fmla="*/ 0 w 5384800"/>
                <a:gd name="connsiteY0-18" fmla="*/ 4104640 h 4104640"/>
                <a:gd name="connsiteX1-19" fmla="*/ 4663440 w 5384800"/>
                <a:gd name="connsiteY1-20" fmla="*/ 1330960 h 4104640"/>
                <a:gd name="connsiteX2-21" fmla="*/ 2184400 w 5384800"/>
                <a:gd name="connsiteY2-22" fmla="*/ 213360 h 4104640"/>
                <a:gd name="connsiteX3-23" fmla="*/ 2682240 w 5384800"/>
                <a:gd name="connsiteY3-24" fmla="*/ 0 h 4104640"/>
                <a:gd name="connsiteX4-25" fmla="*/ 2407920 w 5384800"/>
                <a:gd name="connsiteY4-26" fmla="*/ 193040 h 4104640"/>
                <a:gd name="connsiteX5-27" fmla="*/ 5384800 w 5384800"/>
                <a:gd name="connsiteY5-28" fmla="*/ 1290320 h 4104640"/>
                <a:gd name="connsiteX6-29" fmla="*/ 3352800 w 5384800"/>
                <a:gd name="connsiteY6-30" fmla="*/ 4074160 h 4104640"/>
                <a:gd name="connsiteX7-31" fmla="*/ 0 w 5384800"/>
                <a:gd name="connsiteY7-32" fmla="*/ 4104640 h 4104640"/>
                <a:gd name="connsiteX0-33" fmla="*/ 0 w 5384800"/>
                <a:gd name="connsiteY0-34" fmla="*/ 4104640 h 4104640"/>
                <a:gd name="connsiteX1-35" fmla="*/ 4612640 w 5384800"/>
                <a:gd name="connsiteY1-36" fmla="*/ 1503680 h 4104640"/>
                <a:gd name="connsiteX2-37" fmla="*/ 2184400 w 5384800"/>
                <a:gd name="connsiteY2-38" fmla="*/ 213360 h 4104640"/>
                <a:gd name="connsiteX3-39" fmla="*/ 2682240 w 5384800"/>
                <a:gd name="connsiteY3-40" fmla="*/ 0 h 4104640"/>
                <a:gd name="connsiteX4-41" fmla="*/ 2407920 w 5384800"/>
                <a:gd name="connsiteY4-42" fmla="*/ 193040 h 4104640"/>
                <a:gd name="connsiteX5-43" fmla="*/ 5384800 w 5384800"/>
                <a:gd name="connsiteY5-44" fmla="*/ 1290320 h 4104640"/>
                <a:gd name="connsiteX6-45" fmla="*/ 3352800 w 5384800"/>
                <a:gd name="connsiteY6-46" fmla="*/ 4074160 h 4104640"/>
                <a:gd name="connsiteX7-47" fmla="*/ 0 w 5384800"/>
                <a:gd name="connsiteY7-48" fmla="*/ 4104640 h 4104640"/>
                <a:gd name="connsiteX0-49" fmla="*/ 0 w 5384800"/>
                <a:gd name="connsiteY0-50" fmla="*/ 4104640 h 4104640"/>
                <a:gd name="connsiteX1-51" fmla="*/ 4612640 w 5384800"/>
                <a:gd name="connsiteY1-52" fmla="*/ 1503680 h 4104640"/>
                <a:gd name="connsiteX2-53" fmla="*/ 2184400 w 5384800"/>
                <a:gd name="connsiteY2-54" fmla="*/ 213360 h 4104640"/>
                <a:gd name="connsiteX3-55" fmla="*/ 2682240 w 5384800"/>
                <a:gd name="connsiteY3-56" fmla="*/ 0 h 4104640"/>
                <a:gd name="connsiteX4-57" fmla="*/ 2407920 w 5384800"/>
                <a:gd name="connsiteY4-58" fmla="*/ 193040 h 4104640"/>
                <a:gd name="connsiteX5-59" fmla="*/ 5384800 w 5384800"/>
                <a:gd name="connsiteY5-60" fmla="*/ 1290320 h 4104640"/>
                <a:gd name="connsiteX6-61" fmla="*/ 3352800 w 5384800"/>
                <a:gd name="connsiteY6-62" fmla="*/ 4074160 h 4104640"/>
                <a:gd name="connsiteX7-63" fmla="*/ 0 w 5384800"/>
                <a:gd name="connsiteY7-64" fmla="*/ 4104640 h 4104640"/>
                <a:gd name="connsiteX0-65" fmla="*/ 0 w 5384800"/>
                <a:gd name="connsiteY0-66" fmla="*/ 4104640 h 4104640"/>
                <a:gd name="connsiteX1-67" fmla="*/ 4612640 w 5384800"/>
                <a:gd name="connsiteY1-68" fmla="*/ 1442720 h 4104640"/>
                <a:gd name="connsiteX2-69" fmla="*/ 2184400 w 5384800"/>
                <a:gd name="connsiteY2-70" fmla="*/ 213360 h 4104640"/>
                <a:gd name="connsiteX3-71" fmla="*/ 2682240 w 5384800"/>
                <a:gd name="connsiteY3-72" fmla="*/ 0 h 4104640"/>
                <a:gd name="connsiteX4-73" fmla="*/ 2407920 w 5384800"/>
                <a:gd name="connsiteY4-74" fmla="*/ 193040 h 4104640"/>
                <a:gd name="connsiteX5-75" fmla="*/ 5384800 w 5384800"/>
                <a:gd name="connsiteY5-76" fmla="*/ 1290320 h 4104640"/>
                <a:gd name="connsiteX6-77" fmla="*/ 3352800 w 5384800"/>
                <a:gd name="connsiteY6-78" fmla="*/ 4074160 h 4104640"/>
                <a:gd name="connsiteX7-79" fmla="*/ 0 w 5384800"/>
                <a:gd name="connsiteY7-80" fmla="*/ 4104640 h 4104640"/>
                <a:gd name="connsiteX0-81" fmla="*/ 0 w 5384800"/>
                <a:gd name="connsiteY0-82" fmla="*/ 4104640 h 4104640"/>
                <a:gd name="connsiteX1-83" fmla="*/ 4602480 w 5384800"/>
                <a:gd name="connsiteY1-84" fmla="*/ 1493520 h 4104640"/>
                <a:gd name="connsiteX2-85" fmla="*/ 2184400 w 5384800"/>
                <a:gd name="connsiteY2-86" fmla="*/ 213360 h 4104640"/>
                <a:gd name="connsiteX3-87" fmla="*/ 2682240 w 5384800"/>
                <a:gd name="connsiteY3-88" fmla="*/ 0 h 4104640"/>
                <a:gd name="connsiteX4-89" fmla="*/ 2407920 w 5384800"/>
                <a:gd name="connsiteY4-90" fmla="*/ 193040 h 4104640"/>
                <a:gd name="connsiteX5-91" fmla="*/ 5384800 w 5384800"/>
                <a:gd name="connsiteY5-92" fmla="*/ 1290320 h 4104640"/>
                <a:gd name="connsiteX6-93" fmla="*/ 3352800 w 5384800"/>
                <a:gd name="connsiteY6-94" fmla="*/ 4074160 h 4104640"/>
                <a:gd name="connsiteX7-95" fmla="*/ 0 w 5384800"/>
                <a:gd name="connsiteY7-96" fmla="*/ 4104640 h 4104640"/>
                <a:gd name="connsiteX0-97" fmla="*/ 0 w 5384800"/>
                <a:gd name="connsiteY0-98" fmla="*/ 4104640 h 4104640"/>
                <a:gd name="connsiteX1-99" fmla="*/ 4602480 w 5384800"/>
                <a:gd name="connsiteY1-100" fmla="*/ 1493520 h 4104640"/>
                <a:gd name="connsiteX2-101" fmla="*/ 2184400 w 5384800"/>
                <a:gd name="connsiteY2-102" fmla="*/ 213360 h 4104640"/>
                <a:gd name="connsiteX3-103" fmla="*/ 2682240 w 5384800"/>
                <a:gd name="connsiteY3-104" fmla="*/ 0 h 4104640"/>
                <a:gd name="connsiteX4-105" fmla="*/ 2407920 w 5384800"/>
                <a:gd name="connsiteY4-106" fmla="*/ 193040 h 4104640"/>
                <a:gd name="connsiteX5-107" fmla="*/ 5384800 w 5384800"/>
                <a:gd name="connsiteY5-108" fmla="*/ 1290320 h 4104640"/>
                <a:gd name="connsiteX6-109" fmla="*/ 3352800 w 5384800"/>
                <a:gd name="connsiteY6-110" fmla="*/ 4074160 h 4104640"/>
                <a:gd name="connsiteX7-111" fmla="*/ 0 w 5384800"/>
                <a:gd name="connsiteY7-112" fmla="*/ 4104640 h 4104640"/>
                <a:gd name="connsiteX0-113" fmla="*/ 0 w 5384800"/>
                <a:gd name="connsiteY0-114" fmla="*/ 4104640 h 4104640"/>
                <a:gd name="connsiteX1-115" fmla="*/ 4602480 w 5384800"/>
                <a:gd name="connsiteY1-116" fmla="*/ 1493520 h 4104640"/>
                <a:gd name="connsiteX2-117" fmla="*/ 2184400 w 5384800"/>
                <a:gd name="connsiteY2-118" fmla="*/ 213360 h 4104640"/>
                <a:gd name="connsiteX3-119" fmla="*/ 2682240 w 5384800"/>
                <a:gd name="connsiteY3-120" fmla="*/ 0 h 4104640"/>
                <a:gd name="connsiteX4-121" fmla="*/ 2407920 w 5384800"/>
                <a:gd name="connsiteY4-122" fmla="*/ 193040 h 4104640"/>
                <a:gd name="connsiteX5-123" fmla="*/ 5384800 w 5384800"/>
                <a:gd name="connsiteY5-124" fmla="*/ 1290320 h 4104640"/>
                <a:gd name="connsiteX6-125" fmla="*/ 3352800 w 5384800"/>
                <a:gd name="connsiteY6-126" fmla="*/ 4074160 h 4104640"/>
                <a:gd name="connsiteX7-127" fmla="*/ 0 w 5384800"/>
                <a:gd name="connsiteY7-128" fmla="*/ 4104640 h 4104640"/>
                <a:gd name="connsiteX0-129" fmla="*/ 0 w 5384800"/>
                <a:gd name="connsiteY0-130" fmla="*/ 4104640 h 4104640"/>
                <a:gd name="connsiteX1-131" fmla="*/ 4602480 w 5384800"/>
                <a:gd name="connsiteY1-132" fmla="*/ 1493520 h 4104640"/>
                <a:gd name="connsiteX2-133" fmla="*/ 2184400 w 5384800"/>
                <a:gd name="connsiteY2-134" fmla="*/ 213360 h 4104640"/>
                <a:gd name="connsiteX3-135" fmla="*/ 2682240 w 5384800"/>
                <a:gd name="connsiteY3-136" fmla="*/ 0 h 4104640"/>
                <a:gd name="connsiteX4-137" fmla="*/ 2407920 w 5384800"/>
                <a:gd name="connsiteY4-138" fmla="*/ 193040 h 4104640"/>
                <a:gd name="connsiteX5-139" fmla="*/ 5384800 w 5384800"/>
                <a:gd name="connsiteY5-140" fmla="*/ 1290320 h 4104640"/>
                <a:gd name="connsiteX6-141" fmla="*/ 3352800 w 5384800"/>
                <a:gd name="connsiteY6-142" fmla="*/ 4074160 h 4104640"/>
                <a:gd name="connsiteX7-143" fmla="*/ 0 w 5384800"/>
                <a:gd name="connsiteY7-144" fmla="*/ 4104640 h 4104640"/>
                <a:gd name="connsiteX0-145" fmla="*/ 0 w 5384800"/>
                <a:gd name="connsiteY0-146" fmla="*/ 4104640 h 4104640"/>
                <a:gd name="connsiteX1-147" fmla="*/ 4602480 w 5384800"/>
                <a:gd name="connsiteY1-148" fmla="*/ 1493520 h 4104640"/>
                <a:gd name="connsiteX2-149" fmla="*/ 2184400 w 5384800"/>
                <a:gd name="connsiteY2-150" fmla="*/ 213360 h 4104640"/>
                <a:gd name="connsiteX3-151" fmla="*/ 2682240 w 5384800"/>
                <a:gd name="connsiteY3-152" fmla="*/ 0 h 4104640"/>
                <a:gd name="connsiteX4-153" fmla="*/ 2407920 w 5384800"/>
                <a:gd name="connsiteY4-154" fmla="*/ 193040 h 4104640"/>
                <a:gd name="connsiteX5-155" fmla="*/ 5384800 w 5384800"/>
                <a:gd name="connsiteY5-156" fmla="*/ 1290320 h 4104640"/>
                <a:gd name="connsiteX6-157" fmla="*/ 3352800 w 5384800"/>
                <a:gd name="connsiteY6-158" fmla="*/ 4074160 h 4104640"/>
                <a:gd name="connsiteX7-159" fmla="*/ 0 w 5384800"/>
                <a:gd name="connsiteY7-160" fmla="*/ 4104640 h 4104640"/>
                <a:gd name="connsiteX0-161" fmla="*/ 0 w 5384800"/>
                <a:gd name="connsiteY0-162" fmla="*/ 4104640 h 4104640"/>
                <a:gd name="connsiteX1-163" fmla="*/ 4602480 w 5384800"/>
                <a:gd name="connsiteY1-164" fmla="*/ 1493520 h 4104640"/>
                <a:gd name="connsiteX2-165" fmla="*/ 2184400 w 5384800"/>
                <a:gd name="connsiteY2-166" fmla="*/ 213360 h 4104640"/>
                <a:gd name="connsiteX3-167" fmla="*/ 2682240 w 5384800"/>
                <a:gd name="connsiteY3-168" fmla="*/ 0 h 4104640"/>
                <a:gd name="connsiteX4-169" fmla="*/ 2407920 w 5384800"/>
                <a:gd name="connsiteY4-170" fmla="*/ 193040 h 4104640"/>
                <a:gd name="connsiteX5-171" fmla="*/ 5384800 w 5384800"/>
                <a:gd name="connsiteY5-172" fmla="*/ 1290320 h 4104640"/>
                <a:gd name="connsiteX6-173" fmla="*/ 3352800 w 5384800"/>
                <a:gd name="connsiteY6-174" fmla="*/ 4074160 h 4104640"/>
                <a:gd name="connsiteX7-175" fmla="*/ 0 w 5384800"/>
                <a:gd name="connsiteY7-176" fmla="*/ 4104640 h 4104640"/>
                <a:gd name="connsiteX0-177" fmla="*/ 0 w 5384800"/>
                <a:gd name="connsiteY0-178" fmla="*/ 4104640 h 4104640"/>
                <a:gd name="connsiteX1-179" fmla="*/ 4602480 w 5384800"/>
                <a:gd name="connsiteY1-180" fmla="*/ 1493520 h 4104640"/>
                <a:gd name="connsiteX2-181" fmla="*/ 2184400 w 5384800"/>
                <a:gd name="connsiteY2-182" fmla="*/ 213360 h 4104640"/>
                <a:gd name="connsiteX3-183" fmla="*/ 2682240 w 5384800"/>
                <a:gd name="connsiteY3-184" fmla="*/ 0 h 4104640"/>
                <a:gd name="connsiteX4-185" fmla="*/ 2407920 w 5384800"/>
                <a:gd name="connsiteY4-186" fmla="*/ 193040 h 4104640"/>
                <a:gd name="connsiteX5-187" fmla="*/ 5384800 w 5384800"/>
                <a:gd name="connsiteY5-188" fmla="*/ 1290320 h 4104640"/>
                <a:gd name="connsiteX6-189" fmla="*/ 3352800 w 5384800"/>
                <a:gd name="connsiteY6-190" fmla="*/ 4074160 h 4104640"/>
                <a:gd name="connsiteX7-191" fmla="*/ 0 w 5384800"/>
                <a:gd name="connsiteY7-192" fmla="*/ 4104640 h 4104640"/>
                <a:gd name="connsiteX0-193" fmla="*/ 0 w 5384800"/>
                <a:gd name="connsiteY0-194" fmla="*/ 4104640 h 4104640"/>
                <a:gd name="connsiteX1-195" fmla="*/ 4602480 w 5384800"/>
                <a:gd name="connsiteY1-196" fmla="*/ 1493520 h 4104640"/>
                <a:gd name="connsiteX2-197" fmla="*/ 2184400 w 5384800"/>
                <a:gd name="connsiteY2-198" fmla="*/ 213360 h 4104640"/>
                <a:gd name="connsiteX3-199" fmla="*/ 2682240 w 5384800"/>
                <a:gd name="connsiteY3-200" fmla="*/ 0 h 4104640"/>
                <a:gd name="connsiteX4-201" fmla="*/ 2430780 w 5384800"/>
                <a:gd name="connsiteY4-202" fmla="*/ 154940 h 4104640"/>
                <a:gd name="connsiteX5-203" fmla="*/ 5384800 w 5384800"/>
                <a:gd name="connsiteY5-204" fmla="*/ 1290320 h 4104640"/>
                <a:gd name="connsiteX6-205" fmla="*/ 3352800 w 5384800"/>
                <a:gd name="connsiteY6-206" fmla="*/ 4074160 h 4104640"/>
                <a:gd name="connsiteX7-207" fmla="*/ 0 w 5384800"/>
                <a:gd name="connsiteY7-208" fmla="*/ 4104640 h 4104640"/>
                <a:gd name="connsiteX0-209" fmla="*/ 0 w 5384800"/>
                <a:gd name="connsiteY0-210" fmla="*/ 4104640 h 4104640"/>
                <a:gd name="connsiteX1-211" fmla="*/ 4602480 w 5384800"/>
                <a:gd name="connsiteY1-212" fmla="*/ 1493520 h 4104640"/>
                <a:gd name="connsiteX2-213" fmla="*/ 2184400 w 5384800"/>
                <a:gd name="connsiteY2-214" fmla="*/ 213360 h 4104640"/>
                <a:gd name="connsiteX3-215" fmla="*/ 2682240 w 5384800"/>
                <a:gd name="connsiteY3-216" fmla="*/ 0 h 4104640"/>
                <a:gd name="connsiteX4-217" fmla="*/ 2392680 w 5384800"/>
                <a:gd name="connsiteY4-218" fmla="*/ 177800 h 4104640"/>
                <a:gd name="connsiteX5-219" fmla="*/ 5384800 w 5384800"/>
                <a:gd name="connsiteY5-220" fmla="*/ 1290320 h 4104640"/>
                <a:gd name="connsiteX6-221" fmla="*/ 3352800 w 5384800"/>
                <a:gd name="connsiteY6-222" fmla="*/ 4074160 h 4104640"/>
                <a:gd name="connsiteX7-223" fmla="*/ 0 w 5384800"/>
                <a:gd name="connsiteY7-224" fmla="*/ 4104640 h 4104640"/>
                <a:gd name="connsiteX0-225" fmla="*/ 0 w 5466472"/>
                <a:gd name="connsiteY0-226" fmla="*/ 4104640 h 4104640"/>
                <a:gd name="connsiteX1-227" fmla="*/ 4602480 w 5466472"/>
                <a:gd name="connsiteY1-228" fmla="*/ 1493520 h 4104640"/>
                <a:gd name="connsiteX2-229" fmla="*/ 2184400 w 5466472"/>
                <a:gd name="connsiteY2-230" fmla="*/ 213360 h 4104640"/>
                <a:gd name="connsiteX3-231" fmla="*/ 2682240 w 5466472"/>
                <a:gd name="connsiteY3-232" fmla="*/ 0 h 4104640"/>
                <a:gd name="connsiteX4-233" fmla="*/ 2392680 w 5466472"/>
                <a:gd name="connsiteY4-234" fmla="*/ 177800 h 4104640"/>
                <a:gd name="connsiteX5-235" fmla="*/ 5384800 w 5466472"/>
                <a:gd name="connsiteY5-236" fmla="*/ 1290320 h 4104640"/>
                <a:gd name="connsiteX6-237" fmla="*/ 3352800 w 5466472"/>
                <a:gd name="connsiteY6-238" fmla="*/ 4074160 h 4104640"/>
                <a:gd name="connsiteX7-239" fmla="*/ 0 w 5466472"/>
                <a:gd name="connsiteY7-240" fmla="*/ 4104640 h 4104640"/>
                <a:gd name="connsiteX0-241" fmla="*/ 0 w 5427909"/>
                <a:gd name="connsiteY0-242" fmla="*/ 4104640 h 4104640"/>
                <a:gd name="connsiteX1-243" fmla="*/ 4602480 w 5427909"/>
                <a:gd name="connsiteY1-244" fmla="*/ 1493520 h 4104640"/>
                <a:gd name="connsiteX2-245" fmla="*/ 2184400 w 5427909"/>
                <a:gd name="connsiteY2-246" fmla="*/ 213360 h 4104640"/>
                <a:gd name="connsiteX3-247" fmla="*/ 2682240 w 5427909"/>
                <a:gd name="connsiteY3-248" fmla="*/ 0 h 4104640"/>
                <a:gd name="connsiteX4-249" fmla="*/ 2392680 w 5427909"/>
                <a:gd name="connsiteY4-250" fmla="*/ 177800 h 4104640"/>
                <a:gd name="connsiteX5-251" fmla="*/ 5384800 w 5427909"/>
                <a:gd name="connsiteY5-252" fmla="*/ 1290320 h 4104640"/>
                <a:gd name="connsiteX6-253" fmla="*/ 3352800 w 5427909"/>
                <a:gd name="connsiteY6-254" fmla="*/ 4074160 h 4104640"/>
                <a:gd name="connsiteX7-255" fmla="*/ 0 w 5427909"/>
                <a:gd name="connsiteY7-256" fmla="*/ 4104640 h 4104640"/>
                <a:gd name="connsiteX0-257" fmla="*/ 0 w 5367014"/>
                <a:gd name="connsiteY0-258" fmla="*/ 4104640 h 4104640"/>
                <a:gd name="connsiteX1-259" fmla="*/ 4602480 w 5367014"/>
                <a:gd name="connsiteY1-260" fmla="*/ 1493520 h 4104640"/>
                <a:gd name="connsiteX2-261" fmla="*/ 2184400 w 5367014"/>
                <a:gd name="connsiteY2-262" fmla="*/ 213360 h 4104640"/>
                <a:gd name="connsiteX3-263" fmla="*/ 2682240 w 5367014"/>
                <a:gd name="connsiteY3-264" fmla="*/ 0 h 4104640"/>
                <a:gd name="connsiteX4-265" fmla="*/ 2392680 w 5367014"/>
                <a:gd name="connsiteY4-266" fmla="*/ 177800 h 4104640"/>
                <a:gd name="connsiteX5-267" fmla="*/ 5316220 w 5367014"/>
                <a:gd name="connsiteY5-268" fmla="*/ 1671320 h 4104640"/>
                <a:gd name="connsiteX6-269" fmla="*/ 3352800 w 5367014"/>
                <a:gd name="connsiteY6-270" fmla="*/ 4074160 h 4104640"/>
                <a:gd name="connsiteX7-271" fmla="*/ 0 w 5367014"/>
                <a:gd name="connsiteY7-272" fmla="*/ 4104640 h 4104640"/>
                <a:gd name="connsiteX0-273" fmla="*/ 0 w 5361309"/>
                <a:gd name="connsiteY0-274" fmla="*/ 4104640 h 4104640"/>
                <a:gd name="connsiteX1-275" fmla="*/ 4602480 w 5361309"/>
                <a:gd name="connsiteY1-276" fmla="*/ 1493520 h 4104640"/>
                <a:gd name="connsiteX2-277" fmla="*/ 2184400 w 5361309"/>
                <a:gd name="connsiteY2-278" fmla="*/ 213360 h 4104640"/>
                <a:gd name="connsiteX3-279" fmla="*/ 2682240 w 5361309"/>
                <a:gd name="connsiteY3-280" fmla="*/ 0 h 4104640"/>
                <a:gd name="connsiteX4-281" fmla="*/ 2392680 w 5361309"/>
                <a:gd name="connsiteY4-282" fmla="*/ 177800 h 4104640"/>
                <a:gd name="connsiteX5-283" fmla="*/ 5316220 w 5361309"/>
                <a:gd name="connsiteY5-284" fmla="*/ 1671320 h 4104640"/>
                <a:gd name="connsiteX6-285" fmla="*/ 3352800 w 5361309"/>
                <a:gd name="connsiteY6-286" fmla="*/ 4074160 h 4104640"/>
                <a:gd name="connsiteX7-287" fmla="*/ 0 w 5361309"/>
                <a:gd name="connsiteY7-288" fmla="*/ 4104640 h 4104640"/>
                <a:gd name="connsiteX0-289" fmla="*/ 0 w 5328135"/>
                <a:gd name="connsiteY0-290" fmla="*/ 4104640 h 4104640"/>
                <a:gd name="connsiteX1-291" fmla="*/ 4602480 w 5328135"/>
                <a:gd name="connsiteY1-292" fmla="*/ 1493520 h 4104640"/>
                <a:gd name="connsiteX2-293" fmla="*/ 2184400 w 5328135"/>
                <a:gd name="connsiteY2-294" fmla="*/ 213360 h 4104640"/>
                <a:gd name="connsiteX3-295" fmla="*/ 2682240 w 5328135"/>
                <a:gd name="connsiteY3-296" fmla="*/ 0 h 4104640"/>
                <a:gd name="connsiteX4-297" fmla="*/ 2407920 w 5328135"/>
                <a:gd name="connsiteY4-298" fmla="*/ 215900 h 4104640"/>
                <a:gd name="connsiteX5-299" fmla="*/ 5316220 w 5328135"/>
                <a:gd name="connsiteY5-300" fmla="*/ 1671320 h 4104640"/>
                <a:gd name="connsiteX6-301" fmla="*/ 3352800 w 5328135"/>
                <a:gd name="connsiteY6-302" fmla="*/ 4074160 h 4104640"/>
                <a:gd name="connsiteX7-303" fmla="*/ 0 w 5328135"/>
                <a:gd name="connsiteY7-304" fmla="*/ 4104640 h 4104640"/>
                <a:gd name="connsiteX0-305" fmla="*/ 0 w 5347415"/>
                <a:gd name="connsiteY0-306" fmla="*/ 4104640 h 4104640"/>
                <a:gd name="connsiteX1-307" fmla="*/ 4602480 w 5347415"/>
                <a:gd name="connsiteY1-308" fmla="*/ 1493520 h 4104640"/>
                <a:gd name="connsiteX2-309" fmla="*/ 2184400 w 5347415"/>
                <a:gd name="connsiteY2-310" fmla="*/ 213360 h 4104640"/>
                <a:gd name="connsiteX3-311" fmla="*/ 2682240 w 5347415"/>
                <a:gd name="connsiteY3-312" fmla="*/ 0 h 4104640"/>
                <a:gd name="connsiteX4-313" fmla="*/ 2407920 w 5347415"/>
                <a:gd name="connsiteY4-314" fmla="*/ 215900 h 4104640"/>
                <a:gd name="connsiteX5-315" fmla="*/ 5316220 w 5347415"/>
                <a:gd name="connsiteY5-316" fmla="*/ 1671320 h 4104640"/>
                <a:gd name="connsiteX6-317" fmla="*/ 3352800 w 5347415"/>
                <a:gd name="connsiteY6-318" fmla="*/ 4074160 h 4104640"/>
                <a:gd name="connsiteX7-319" fmla="*/ 0 w 5347415"/>
                <a:gd name="connsiteY7-320" fmla="*/ 4104640 h 4104640"/>
                <a:gd name="connsiteX0-321" fmla="*/ 0 w 5347481"/>
                <a:gd name="connsiteY0-322" fmla="*/ 4104640 h 4104640"/>
                <a:gd name="connsiteX1-323" fmla="*/ 4602480 w 5347481"/>
                <a:gd name="connsiteY1-324" fmla="*/ 1493520 h 4104640"/>
                <a:gd name="connsiteX2-325" fmla="*/ 2184400 w 5347481"/>
                <a:gd name="connsiteY2-326" fmla="*/ 213360 h 4104640"/>
                <a:gd name="connsiteX3-327" fmla="*/ 2682240 w 5347481"/>
                <a:gd name="connsiteY3-328" fmla="*/ 0 h 4104640"/>
                <a:gd name="connsiteX4-329" fmla="*/ 2407920 w 5347481"/>
                <a:gd name="connsiteY4-330" fmla="*/ 215900 h 4104640"/>
                <a:gd name="connsiteX5-331" fmla="*/ 5316220 w 5347481"/>
                <a:gd name="connsiteY5-332" fmla="*/ 1671320 h 4104640"/>
                <a:gd name="connsiteX6-333" fmla="*/ 3352800 w 5347481"/>
                <a:gd name="connsiteY6-334" fmla="*/ 4074160 h 4104640"/>
                <a:gd name="connsiteX7-335" fmla="*/ 0 w 5347481"/>
                <a:gd name="connsiteY7-336" fmla="*/ 4104640 h 4104640"/>
                <a:gd name="connsiteX0-337" fmla="*/ 0 w 5350942"/>
                <a:gd name="connsiteY0-338" fmla="*/ 4104640 h 4104640"/>
                <a:gd name="connsiteX1-339" fmla="*/ 4602480 w 5350942"/>
                <a:gd name="connsiteY1-340" fmla="*/ 1493520 h 4104640"/>
                <a:gd name="connsiteX2-341" fmla="*/ 2184400 w 5350942"/>
                <a:gd name="connsiteY2-342" fmla="*/ 213360 h 4104640"/>
                <a:gd name="connsiteX3-343" fmla="*/ 2682240 w 5350942"/>
                <a:gd name="connsiteY3-344" fmla="*/ 0 h 4104640"/>
                <a:gd name="connsiteX4-345" fmla="*/ 2407920 w 5350942"/>
                <a:gd name="connsiteY4-346" fmla="*/ 215900 h 4104640"/>
                <a:gd name="connsiteX5-347" fmla="*/ 5316220 w 5350942"/>
                <a:gd name="connsiteY5-348" fmla="*/ 1671320 h 4104640"/>
                <a:gd name="connsiteX6-349" fmla="*/ 3352800 w 5350942"/>
                <a:gd name="connsiteY6-350" fmla="*/ 4074160 h 4104640"/>
                <a:gd name="connsiteX7-351" fmla="*/ 0 w 5350942"/>
                <a:gd name="connsiteY7-352" fmla="*/ 4104640 h 4104640"/>
                <a:gd name="connsiteX0-353" fmla="*/ 0 w 5350942"/>
                <a:gd name="connsiteY0-354" fmla="*/ 4104640 h 4104640"/>
                <a:gd name="connsiteX1-355" fmla="*/ 4602480 w 5350942"/>
                <a:gd name="connsiteY1-356" fmla="*/ 1493520 h 4104640"/>
                <a:gd name="connsiteX2-357" fmla="*/ 2184400 w 5350942"/>
                <a:gd name="connsiteY2-358" fmla="*/ 213360 h 4104640"/>
                <a:gd name="connsiteX3-359" fmla="*/ 2682240 w 5350942"/>
                <a:gd name="connsiteY3-360" fmla="*/ 0 h 4104640"/>
                <a:gd name="connsiteX4-361" fmla="*/ 2407920 w 5350942"/>
                <a:gd name="connsiteY4-362" fmla="*/ 215900 h 4104640"/>
                <a:gd name="connsiteX5-363" fmla="*/ 5316220 w 5350942"/>
                <a:gd name="connsiteY5-364" fmla="*/ 1671320 h 4104640"/>
                <a:gd name="connsiteX6-365" fmla="*/ 3352800 w 5350942"/>
                <a:gd name="connsiteY6-366" fmla="*/ 4074160 h 4104640"/>
                <a:gd name="connsiteX7-367" fmla="*/ 0 w 5350942"/>
                <a:gd name="connsiteY7-368" fmla="*/ 4104640 h 4104640"/>
                <a:gd name="connsiteX0-369" fmla="*/ 0 w 5370524"/>
                <a:gd name="connsiteY0-370" fmla="*/ 4104640 h 4104640"/>
                <a:gd name="connsiteX1-371" fmla="*/ 4602480 w 5370524"/>
                <a:gd name="connsiteY1-372" fmla="*/ 1493520 h 4104640"/>
                <a:gd name="connsiteX2-373" fmla="*/ 2184400 w 5370524"/>
                <a:gd name="connsiteY2-374" fmla="*/ 213360 h 4104640"/>
                <a:gd name="connsiteX3-375" fmla="*/ 2682240 w 5370524"/>
                <a:gd name="connsiteY3-376" fmla="*/ 0 h 4104640"/>
                <a:gd name="connsiteX4-377" fmla="*/ 2407920 w 5370524"/>
                <a:gd name="connsiteY4-378" fmla="*/ 215900 h 4104640"/>
                <a:gd name="connsiteX5-379" fmla="*/ 5331460 w 5370524"/>
                <a:gd name="connsiteY5-380" fmla="*/ 1701800 h 4104640"/>
                <a:gd name="connsiteX6-381" fmla="*/ 3352800 w 5370524"/>
                <a:gd name="connsiteY6-382" fmla="*/ 4074160 h 4104640"/>
                <a:gd name="connsiteX7-383" fmla="*/ 0 w 5370524"/>
                <a:gd name="connsiteY7-384" fmla="*/ 4104640 h 4104640"/>
                <a:gd name="connsiteX0-385" fmla="*/ 0 w 5367798"/>
                <a:gd name="connsiteY0-386" fmla="*/ 4104640 h 4104640"/>
                <a:gd name="connsiteX1-387" fmla="*/ 4602480 w 5367798"/>
                <a:gd name="connsiteY1-388" fmla="*/ 1493520 h 4104640"/>
                <a:gd name="connsiteX2-389" fmla="*/ 2184400 w 5367798"/>
                <a:gd name="connsiteY2-390" fmla="*/ 213360 h 4104640"/>
                <a:gd name="connsiteX3-391" fmla="*/ 2682240 w 5367798"/>
                <a:gd name="connsiteY3-392" fmla="*/ 0 h 4104640"/>
                <a:gd name="connsiteX4-393" fmla="*/ 2407920 w 5367798"/>
                <a:gd name="connsiteY4-394" fmla="*/ 215900 h 4104640"/>
                <a:gd name="connsiteX5-395" fmla="*/ 5331460 w 5367798"/>
                <a:gd name="connsiteY5-396" fmla="*/ 1701800 h 4104640"/>
                <a:gd name="connsiteX6-397" fmla="*/ 3352800 w 5367798"/>
                <a:gd name="connsiteY6-398" fmla="*/ 4074160 h 4104640"/>
                <a:gd name="connsiteX7-399" fmla="*/ 0 w 5367798"/>
                <a:gd name="connsiteY7-400" fmla="*/ 4104640 h 4104640"/>
                <a:gd name="connsiteX0-401" fmla="*/ 0 w 5367021"/>
                <a:gd name="connsiteY0-402" fmla="*/ 4104640 h 4104640"/>
                <a:gd name="connsiteX1-403" fmla="*/ 4602480 w 5367021"/>
                <a:gd name="connsiteY1-404" fmla="*/ 1493520 h 4104640"/>
                <a:gd name="connsiteX2-405" fmla="*/ 2184400 w 5367021"/>
                <a:gd name="connsiteY2-406" fmla="*/ 213360 h 4104640"/>
                <a:gd name="connsiteX3-407" fmla="*/ 2682240 w 5367021"/>
                <a:gd name="connsiteY3-408" fmla="*/ 0 h 4104640"/>
                <a:gd name="connsiteX4-409" fmla="*/ 2407920 w 5367021"/>
                <a:gd name="connsiteY4-410" fmla="*/ 215900 h 4104640"/>
                <a:gd name="connsiteX5-411" fmla="*/ 5331460 w 5367021"/>
                <a:gd name="connsiteY5-412" fmla="*/ 1701800 h 4104640"/>
                <a:gd name="connsiteX6-413" fmla="*/ 3352800 w 5367021"/>
                <a:gd name="connsiteY6-414" fmla="*/ 4074160 h 4104640"/>
                <a:gd name="connsiteX7-415" fmla="*/ 0 w 5367021"/>
                <a:gd name="connsiteY7-416" fmla="*/ 4104640 h 4104640"/>
                <a:gd name="connsiteX0-417" fmla="*/ 0 w 5366945"/>
                <a:gd name="connsiteY0-418" fmla="*/ 4104640 h 4104640"/>
                <a:gd name="connsiteX1-419" fmla="*/ 4602480 w 5366945"/>
                <a:gd name="connsiteY1-420" fmla="*/ 1493520 h 4104640"/>
                <a:gd name="connsiteX2-421" fmla="*/ 2184400 w 5366945"/>
                <a:gd name="connsiteY2-422" fmla="*/ 213360 h 4104640"/>
                <a:gd name="connsiteX3-423" fmla="*/ 2682240 w 5366945"/>
                <a:gd name="connsiteY3-424" fmla="*/ 0 h 4104640"/>
                <a:gd name="connsiteX4-425" fmla="*/ 2407920 w 5366945"/>
                <a:gd name="connsiteY4-426" fmla="*/ 215900 h 4104640"/>
                <a:gd name="connsiteX5-427" fmla="*/ 5331460 w 5366945"/>
                <a:gd name="connsiteY5-428" fmla="*/ 1701800 h 4104640"/>
                <a:gd name="connsiteX6-429" fmla="*/ 3352800 w 5366945"/>
                <a:gd name="connsiteY6-430" fmla="*/ 4074160 h 4104640"/>
                <a:gd name="connsiteX7-431" fmla="*/ 0 w 5366945"/>
                <a:gd name="connsiteY7-432" fmla="*/ 4104640 h 4104640"/>
                <a:gd name="connsiteX0-433" fmla="*/ 0 w 5365986"/>
                <a:gd name="connsiteY0-434" fmla="*/ 4104640 h 4104640"/>
                <a:gd name="connsiteX1-435" fmla="*/ 4602480 w 5365986"/>
                <a:gd name="connsiteY1-436" fmla="*/ 1493520 h 4104640"/>
                <a:gd name="connsiteX2-437" fmla="*/ 2184400 w 5365986"/>
                <a:gd name="connsiteY2-438" fmla="*/ 213360 h 4104640"/>
                <a:gd name="connsiteX3-439" fmla="*/ 2682240 w 5365986"/>
                <a:gd name="connsiteY3-440" fmla="*/ 0 h 4104640"/>
                <a:gd name="connsiteX4-441" fmla="*/ 2407920 w 5365986"/>
                <a:gd name="connsiteY4-442" fmla="*/ 215900 h 4104640"/>
                <a:gd name="connsiteX5-443" fmla="*/ 5331460 w 5365986"/>
                <a:gd name="connsiteY5-444" fmla="*/ 1701800 h 4104640"/>
                <a:gd name="connsiteX6-445" fmla="*/ 3352800 w 5365986"/>
                <a:gd name="connsiteY6-446" fmla="*/ 4074160 h 4104640"/>
                <a:gd name="connsiteX7-447" fmla="*/ 0 w 5365986"/>
                <a:gd name="connsiteY7-448" fmla="*/ 4104640 h 4104640"/>
                <a:gd name="connsiteX0-449" fmla="*/ 0 w 5362543"/>
                <a:gd name="connsiteY0-450" fmla="*/ 4104640 h 4104640"/>
                <a:gd name="connsiteX1-451" fmla="*/ 4602480 w 5362543"/>
                <a:gd name="connsiteY1-452" fmla="*/ 1493520 h 4104640"/>
                <a:gd name="connsiteX2-453" fmla="*/ 2184400 w 5362543"/>
                <a:gd name="connsiteY2-454" fmla="*/ 213360 h 4104640"/>
                <a:gd name="connsiteX3-455" fmla="*/ 2682240 w 5362543"/>
                <a:gd name="connsiteY3-456" fmla="*/ 0 h 4104640"/>
                <a:gd name="connsiteX4-457" fmla="*/ 2407920 w 5362543"/>
                <a:gd name="connsiteY4-458" fmla="*/ 215900 h 4104640"/>
                <a:gd name="connsiteX5-459" fmla="*/ 5331460 w 5362543"/>
                <a:gd name="connsiteY5-460" fmla="*/ 1701800 h 4104640"/>
                <a:gd name="connsiteX6-461" fmla="*/ 3352800 w 5362543"/>
                <a:gd name="connsiteY6-462" fmla="*/ 4074160 h 4104640"/>
                <a:gd name="connsiteX7-463" fmla="*/ 0 w 5362543"/>
                <a:gd name="connsiteY7-464" fmla="*/ 4104640 h 4104640"/>
                <a:gd name="connsiteX0-465" fmla="*/ 0 w 5363674"/>
                <a:gd name="connsiteY0-466" fmla="*/ 4104640 h 4104640"/>
                <a:gd name="connsiteX1-467" fmla="*/ 4602480 w 5363674"/>
                <a:gd name="connsiteY1-468" fmla="*/ 1493520 h 4104640"/>
                <a:gd name="connsiteX2-469" fmla="*/ 2184400 w 5363674"/>
                <a:gd name="connsiteY2-470" fmla="*/ 213360 h 4104640"/>
                <a:gd name="connsiteX3-471" fmla="*/ 2682240 w 5363674"/>
                <a:gd name="connsiteY3-472" fmla="*/ 0 h 4104640"/>
                <a:gd name="connsiteX4-473" fmla="*/ 2407920 w 5363674"/>
                <a:gd name="connsiteY4-474" fmla="*/ 215900 h 4104640"/>
                <a:gd name="connsiteX5-475" fmla="*/ 5331460 w 5363674"/>
                <a:gd name="connsiteY5-476" fmla="*/ 1701800 h 4104640"/>
                <a:gd name="connsiteX6-477" fmla="*/ 3352800 w 5363674"/>
                <a:gd name="connsiteY6-478" fmla="*/ 4074160 h 4104640"/>
                <a:gd name="connsiteX7-479" fmla="*/ 0 w 5363674"/>
                <a:gd name="connsiteY7-480" fmla="*/ 4104640 h 4104640"/>
                <a:gd name="connsiteX0-481" fmla="*/ 0 w 5372042"/>
                <a:gd name="connsiteY0-482" fmla="*/ 4104640 h 4104640"/>
                <a:gd name="connsiteX1-483" fmla="*/ 4602480 w 5372042"/>
                <a:gd name="connsiteY1-484" fmla="*/ 1493520 h 4104640"/>
                <a:gd name="connsiteX2-485" fmla="*/ 2184400 w 5372042"/>
                <a:gd name="connsiteY2-486" fmla="*/ 213360 h 4104640"/>
                <a:gd name="connsiteX3-487" fmla="*/ 2682240 w 5372042"/>
                <a:gd name="connsiteY3-488" fmla="*/ 0 h 4104640"/>
                <a:gd name="connsiteX4-489" fmla="*/ 2407920 w 5372042"/>
                <a:gd name="connsiteY4-490" fmla="*/ 215900 h 4104640"/>
                <a:gd name="connsiteX5-491" fmla="*/ 5331460 w 5372042"/>
                <a:gd name="connsiteY5-492" fmla="*/ 1701800 h 4104640"/>
                <a:gd name="connsiteX6-493" fmla="*/ 3352800 w 5372042"/>
                <a:gd name="connsiteY6-494" fmla="*/ 4074160 h 4104640"/>
                <a:gd name="connsiteX7-495" fmla="*/ 0 w 5372042"/>
                <a:gd name="connsiteY7-496" fmla="*/ 4104640 h 41046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5372042" h="4104640">
                  <a:moveTo>
                    <a:pt x="0" y="4104640"/>
                  </a:moveTo>
                  <a:cubicBezTo>
                    <a:pt x="1356360" y="3434080"/>
                    <a:pt x="4218093" y="2223347"/>
                    <a:pt x="4602480" y="1493520"/>
                  </a:cubicBezTo>
                  <a:cubicBezTo>
                    <a:pt x="4986867" y="763693"/>
                    <a:pt x="2026073" y="383540"/>
                    <a:pt x="2184400" y="213360"/>
                  </a:cubicBezTo>
                  <a:cubicBezTo>
                    <a:pt x="2342727" y="43180"/>
                    <a:pt x="2516293" y="71120"/>
                    <a:pt x="2682240" y="0"/>
                  </a:cubicBezTo>
                  <a:cubicBezTo>
                    <a:pt x="2590800" y="64347"/>
                    <a:pt x="2393103" y="115147"/>
                    <a:pt x="2407920" y="215900"/>
                  </a:cubicBezTo>
                  <a:cubicBezTo>
                    <a:pt x="2422737" y="316653"/>
                    <a:pt x="5775960" y="464397"/>
                    <a:pt x="5331460" y="1701800"/>
                  </a:cubicBezTo>
                  <a:cubicBezTo>
                    <a:pt x="4886960" y="2939203"/>
                    <a:pt x="3862493" y="3664373"/>
                    <a:pt x="3352800" y="4074160"/>
                  </a:cubicBezTo>
                  <a:lnTo>
                    <a:pt x="0" y="410464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4503417" y="2827020"/>
              <a:ext cx="3351595" cy="4043680"/>
            </a:xfrm>
            <a:custGeom>
              <a:avLst/>
              <a:gdLst>
                <a:gd name="connsiteX0" fmla="*/ 0 w 5384800"/>
                <a:gd name="connsiteY0" fmla="*/ 4104640 h 4104640"/>
                <a:gd name="connsiteX1" fmla="*/ 4663440 w 5384800"/>
                <a:gd name="connsiteY1" fmla="*/ 1330960 h 4104640"/>
                <a:gd name="connsiteX2" fmla="*/ 2184400 w 5384800"/>
                <a:gd name="connsiteY2" fmla="*/ 213360 h 4104640"/>
                <a:gd name="connsiteX3" fmla="*/ 2682240 w 5384800"/>
                <a:gd name="connsiteY3" fmla="*/ 0 h 4104640"/>
                <a:gd name="connsiteX4" fmla="*/ 2407920 w 5384800"/>
                <a:gd name="connsiteY4" fmla="*/ 193040 h 4104640"/>
                <a:gd name="connsiteX5" fmla="*/ 5384800 w 5384800"/>
                <a:gd name="connsiteY5" fmla="*/ 1290320 h 4104640"/>
                <a:gd name="connsiteX6" fmla="*/ 3352800 w 5384800"/>
                <a:gd name="connsiteY6" fmla="*/ 4074160 h 4104640"/>
                <a:gd name="connsiteX7" fmla="*/ 0 w 5384800"/>
                <a:gd name="connsiteY7" fmla="*/ 4104640 h 4104640"/>
                <a:gd name="connsiteX0-1" fmla="*/ 0 w 5384800"/>
                <a:gd name="connsiteY0-2" fmla="*/ 4104640 h 4104640"/>
                <a:gd name="connsiteX1-3" fmla="*/ 4663440 w 5384800"/>
                <a:gd name="connsiteY1-4" fmla="*/ 1330960 h 4104640"/>
                <a:gd name="connsiteX2-5" fmla="*/ 2184400 w 5384800"/>
                <a:gd name="connsiteY2-6" fmla="*/ 213360 h 4104640"/>
                <a:gd name="connsiteX3-7" fmla="*/ 2682240 w 5384800"/>
                <a:gd name="connsiteY3-8" fmla="*/ 0 h 4104640"/>
                <a:gd name="connsiteX4-9" fmla="*/ 2407920 w 5384800"/>
                <a:gd name="connsiteY4-10" fmla="*/ 193040 h 4104640"/>
                <a:gd name="connsiteX5-11" fmla="*/ 5384800 w 5384800"/>
                <a:gd name="connsiteY5-12" fmla="*/ 1290320 h 4104640"/>
                <a:gd name="connsiteX6-13" fmla="*/ 3352800 w 5384800"/>
                <a:gd name="connsiteY6-14" fmla="*/ 4074160 h 4104640"/>
                <a:gd name="connsiteX7-15" fmla="*/ 0 w 5384800"/>
                <a:gd name="connsiteY7-16" fmla="*/ 4104640 h 4104640"/>
                <a:gd name="connsiteX0-17" fmla="*/ 0 w 5384800"/>
                <a:gd name="connsiteY0-18" fmla="*/ 4104640 h 4104640"/>
                <a:gd name="connsiteX1-19" fmla="*/ 4663440 w 5384800"/>
                <a:gd name="connsiteY1-20" fmla="*/ 1330960 h 4104640"/>
                <a:gd name="connsiteX2-21" fmla="*/ 2184400 w 5384800"/>
                <a:gd name="connsiteY2-22" fmla="*/ 213360 h 4104640"/>
                <a:gd name="connsiteX3-23" fmla="*/ 2682240 w 5384800"/>
                <a:gd name="connsiteY3-24" fmla="*/ 0 h 4104640"/>
                <a:gd name="connsiteX4-25" fmla="*/ 2407920 w 5384800"/>
                <a:gd name="connsiteY4-26" fmla="*/ 193040 h 4104640"/>
                <a:gd name="connsiteX5-27" fmla="*/ 5384800 w 5384800"/>
                <a:gd name="connsiteY5-28" fmla="*/ 1290320 h 4104640"/>
                <a:gd name="connsiteX6-29" fmla="*/ 3352800 w 5384800"/>
                <a:gd name="connsiteY6-30" fmla="*/ 4074160 h 4104640"/>
                <a:gd name="connsiteX7-31" fmla="*/ 0 w 5384800"/>
                <a:gd name="connsiteY7-32" fmla="*/ 4104640 h 4104640"/>
                <a:gd name="connsiteX0-33" fmla="*/ 0 w 5384800"/>
                <a:gd name="connsiteY0-34" fmla="*/ 4104640 h 4104640"/>
                <a:gd name="connsiteX1-35" fmla="*/ 4612640 w 5384800"/>
                <a:gd name="connsiteY1-36" fmla="*/ 1503680 h 4104640"/>
                <a:gd name="connsiteX2-37" fmla="*/ 2184400 w 5384800"/>
                <a:gd name="connsiteY2-38" fmla="*/ 213360 h 4104640"/>
                <a:gd name="connsiteX3-39" fmla="*/ 2682240 w 5384800"/>
                <a:gd name="connsiteY3-40" fmla="*/ 0 h 4104640"/>
                <a:gd name="connsiteX4-41" fmla="*/ 2407920 w 5384800"/>
                <a:gd name="connsiteY4-42" fmla="*/ 193040 h 4104640"/>
                <a:gd name="connsiteX5-43" fmla="*/ 5384800 w 5384800"/>
                <a:gd name="connsiteY5-44" fmla="*/ 1290320 h 4104640"/>
                <a:gd name="connsiteX6-45" fmla="*/ 3352800 w 5384800"/>
                <a:gd name="connsiteY6-46" fmla="*/ 4074160 h 4104640"/>
                <a:gd name="connsiteX7-47" fmla="*/ 0 w 5384800"/>
                <a:gd name="connsiteY7-48" fmla="*/ 4104640 h 4104640"/>
                <a:gd name="connsiteX0-49" fmla="*/ 0 w 5384800"/>
                <a:gd name="connsiteY0-50" fmla="*/ 4104640 h 4104640"/>
                <a:gd name="connsiteX1-51" fmla="*/ 4612640 w 5384800"/>
                <a:gd name="connsiteY1-52" fmla="*/ 1503680 h 4104640"/>
                <a:gd name="connsiteX2-53" fmla="*/ 2184400 w 5384800"/>
                <a:gd name="connsiteY2-54" fmla="*/ 213360 h 4104640"/>
                <a:gd name="connsiteX3-55" fmla="*/ 2682240 w 5384800"/>
                <a:gd name="connsiteY3-56" fmla="*/ 0 h 4104640"/>
                <a:gd name="connsiteX4-57" fmla="*/ 2407920 w 5384800"/>
                <a:gd name="connsiteY4-58" fmla="*/ 193040 h 4104640"/>
                <a:gd name="connsiteX5-59" fmla="*/ 5384800 w 5384800"/>
                <a:gd name="connsiteY5-60" fmla="*/ 1290320 h 4104640"/>
                <a:gd name="connsiteX6-61" fmla="*/ 3352800 w 5384800"/>
                <a:gd name="connsiteY6-62" fmla="*/ 4074160 h 4104640"/>
                <a:gd name="connsiteX7-63" fmla="*/ 0 w 5384800"/>
                <a:gd name="connsiteY7-64" fmla="*/ 4104640 h 4104640"/>
                <a:gd name="connsiteX0-65" fmla="*/ 0 w 5384800"/>
                <a:gd name="connsiteY0-66" fmla="*/ 4104640 h 4104640"/>
                <a:gd name="connsiteX1-67" fmla="*/ 4612640 w 5384800"/>
                <a:gd name="connsiteY1-68" fmla="*/ 1442720 h 4104640"/>
                <a:gd name="connsiteX2-69" fmla="*/ 2184400 w 5384800"/>
                <a:gd name="connsiteY2-70" fmla="*/ 213360 h 4104640"/>
                <a:gd name="connsiteX3-71" fmla="*/ 2682240 w 5384800"/>
                <a:gd name="connsiteY3-72" fmla="*/ 0 h 4104640"/>
                <a:gd name="connsiteX4-73" fmla="*/ 2407920 w 5384800"/>
                <a:gd name="connsiteY4-74" fmla="*/ 193040 h 4104640"/>
                <a:gd name="connsiteX5-75" fmla="*/ 5384800 w 5384800"/>
                <a:gd name="connsiteY5-76" fmla="*/ 1290320 h 4104640"/>
                <a:gd name="connsiteX6-77" fmla="*/ 3352800 w 5384800"/>
                <a:gd name="connsiteY6-78" fmla="*/ 4074160 h 4104640"/>
                <a:gd name="connsiteX7-79" fmla="*/ 0 w 5384800"/>
                <a:gd name="connsiteY7-80" fmla="*/ 4104640 h 4104640"/>
                <a:gd name="connsiteX0-81" fmla="*/ 0 w 5384800"/>
                <a:gd name="connsiteY0-82" fmla="*/ 4104640 h 4104640"/>
                <a:gd name="connsiteX1-83" fmla="*/ 4602480 w 5384800"/>
                <a:gd name="connsiteY1-84" fmla="*/ 1493520 h 4104640"/>
                <a:gd name="connsiteX2-85" fmla="*/ 2184400 w 5384800"/>
                <a:gd name="connsiteY2-86" fmla="*/ 213360 h 4104640"/>
                <a:gd name="connsiteX3-87" fmla="*/ 2682240 w 5384800"/>
                <a:gd name="connsiteY3-88" fmla="*/ 0 h 4104640"/>
                <a:gd name="connsiteX4-89" fmla="*/ 2407920 w 5384800"/>
                <a:gd name="connsiteY4-90" fmla="*/ 193040 h 4104640"/>
                <a:gd name="connsiteX5-91" fmla="*/ 5384800 w 5384800"/>
                <a:gd name="connsiteY5-92" fmla="*/ 1290320 h 4104640"/>
                <a:gd name="connsiteX6-93" fmla="*/ 3352800 w 5384800"/>
                <a:gd name="connsiteY6-94" fmla="*/ 4074160 h 4104640"/>
                <a:gd name="connsiteX7-95" fmla="*/ 0 w 5384800"/>
                <a:gd name="connsiteY7-96" fmla="*/ 4104640 h 4104640"/>
                <a:gd name="connsiteX0-97" fmla="*/ 0 w 5384800"/>
                <a:gd name="connsiteY0-98" fmla="*/ 4104640 h 4104640"/>
                <a:gd name="connsiteX1-99" fmla="*/ 4602480 w 5384800"/>
                <a:gd name="connsiteY1-100" fmla="*/ 1493520 h 4104640"/>
                <a:gd name="connsiteX2-101" fmla="*/ 2184400 w 5384800"/>
                <a:gd name="connsiteY2-102" fmla="*/ 213360 h 4104640"/>
                <a:gd name="connsiteX3-103" fmla="*/ 2682240 w 5384800"/>
                <a:gd name="connsiteY3-104" fmla="*/ 0 h 4104640"/>
                <a:gd name="connsiteX4-105" fmla="*/ 2407920 w 5384800"/>
                <a:gd name="connsiteY4-106" fmla="*/ 193040 h 4104640"/>
                <a:gd name="connsiteX5-107" fmla="*/ 5384800 w 5384800"/>
                <a:gd name="connsiteY5-108" fmla="*/ 1290320 h 4104640"/>
                <a:gd name="connsiteX6-109" fmla="*/ 3352800 w 5384800"/>
                <a:gd name="connsiteY6-110" fmla="*/ 4074160 h 4104640"/>
                <a:gd name="connsiteX7-111" fmla="*/ 0 w 5384800"/>
                <a:gd name="connsiteY7-112" fmla="*/ 4104640 h 4104640"/>
                <a:gd name="connsiteX0-113" fmla="*/ 0 w 5384800"/>
                <a:gd name="connsiteY0-114" fmla="*/ 4104640 h 4104640"/>
                <a:gd name="connsiteX1-115" fmla="*/ 4602480 w 5384800"/>
                <a:gd name="connsiteY1-116" fmla="*/ 1493520 h 4104640"/>
                <a:gd name="connsiteX2-117" fmla="*/ 2184400 w 5384800"/>
                <a:gd name="connsiteY2-118" fmla="*/ 213360 h 4104640"/>
                <a:gd name="connsiteX3-119" fmla="*/ 2682240 w 5384800"/>
                <a:gd name="connsiteY3-120" fmla="*/ 0 h 4104640"/>
                <a:gd name="connsiteX4-121" fmla="*/ 2407920 w 5384800"/>
                <a:gd name="connsiteY4-122" fmla="*/ 193040 h 4104640"/>
                <a:gd name="connsiteX5-123" fmla="*/ 5384800 w 5384800"/>
                <a:gd name="connsiteY5-124" fmla="*/ 1290320 h 4104640"/>
                <a:gd name="connsiteX6-125" fmla="*/ 3352800 w 5384800"/>
                <a:gd name="connsiteY6-126" fmla="*/ 4074160 h 4104640"/>
                <a:gd name="connsiteX7-127" fmla="*/ 0 w 5384800"/>
                <a:gd name="connsiteY7-128" fmla="*/ 4104640 h 4104640"/>
                <a:gd name="connsiteX0-129" fmla="*/ 0 w 5384800"/>
                <a:gd name="connsiteY0-130" fmla="*/ 4104640 h 4104640"/>
                <a:gd name="connsiteX1-131" fmla="*/ 4602480 w 5384800"/>
                <a:gd name="connsiteY1-132" fmla="*/ 1493520 h 4104640"/>
                <a:gd name="connsiteX2-133" fmla="*/ 2184400 w 5384800"/>
                <a:gd name="connsiteY2-134" fmla="*/ 213360 h 4104640"/>
                <a:gd name="connsiteX3-135" fmla="*/ 2682240 w 5384800"/>
                <a:gd name="connsiteY3-136" fmla="*/ 0 h 4104640"/>
                <a:gd name="connsiteX4-137" fmla="*/ 2407920 w 5384800"/>
                <a:gd name="connsiteY4-138" fmla="*/ 193040 h 4104640"/>
                <a:gd name="connsiteX5-139" fmla="*/ 5384800 w 5384800"/>
                <a:gd name="connsiteY5-140" fmla="*/ 1290320 h 4104640"/>
                <a:gd name="connsiteX6-141" fmla="*/ 3352800 w 5384800"/>
                <a:gd name="connsiteY6-142" fmla="*/ 4074160 h 4104640"/>
                <a:gd name="connsiteX7-143" fmla="*/ 0 w 5384800"/>
                <a:gd name="connsiteY7-144" fmla="*/ 4104640 h 4104640"/>
                <a:gd name="connsiteX0-145" fmla="*/ 0 w 5384800"/>
                <a:gd name="connsiteY0-146" fmla="*/ 4104640 h 4104640"/>
                <a:gd name="connsiteX1-147" fmla="*/ 4602480 w 5384800"/>
                <a:gd name="connsiteY1-148" fmla="*/ 1493520 h 4104640"/>
                <a:gd name="connsiteX2-149" fmla="*/ 2184400 w 5384800"/>
                <a:gd name="connsiteY2-150" fmla="*/ 213360 h 4104640"/>
                <a:gd name="connsiteX3-151" fmla="*/ 2682240 w 5384800"/>
                <a:gd name="connsiteY3-152" fmla="*/ 0 h 4104640"/>
                <a:gd name="connsiteX4-153" fmla="*/ 2407920 w 5384800"/>
                <a:gd name="connsiteY4-154" fmla="*/ 193040 h 4104640"/>
                <a:gd name="connsiteX5-155" fmla="*/ 5384800 w 5384800"/>
                <a:gd name="connsiteY5-156" fmla="*/ 1290320 h 4104640"/>
                <a:gd name="connsiteX6-157" fmla="*/ 3352800 w 5384800"/>
                <a:gd name="connsiteY6-158" fmla="*/ 4074160 h 4104640"/>
                <a:gd name="connsiteX7-159" fmla="*/ 0 w 5384800"/>
                <a:gd name="connsiteY7-160" fmla="*/ 4104640 h 4104640"/>
                <a:gd name="connsiteX0-161" fmla="*/ 0 w 5384800"/>
                <a:gd name="connsiteY0-162" fmla="*/ 4104640 h 4104640"/>
                <a:gd name="connsiteX1-163" fmla="*/ 4602480 w 5384800"/>
                <a:gd name="connsiteY1-164" fmla="*/ 1493520 h 4104640"/>
                <a:gd name="connsiteX2-165" fmla="*/ 2184400 w 5384800"/>
                <a:gd name="connsiteY2-166" fmla="*/ 213360 h 4104640"/>
                <a:gd name="connsiteX3-167" fmla="*/ 2682240 w 5384800"/>
                <a:gd name="connsiteY3-168" fmla="*/ 0 h 4104640"/>
                <a:gd name="connsiteX4-169" fmla="*/ 2407920 w 5384800"/>
                <a:gd name="connsiteY4-170" fmla="*/ 193040 h 4104640"/>
                <a:gd name="connsiteX5-171" fmla="*/ 5384800 w 5384800"/>
                <a:gd name="connsiteY5-172" fmla="*/ 1290320 h 4104640"/>
                <a:gd name="connsiteX6-173" fmla="*/ 3352800 w 5384800"/>
                <a:gd name="connsiteY6-174" fmla="*/ 4074160 h 4104640"/>
                <a:gd name="connsiteX7-175" fmla="*/ 0 w 5384800"/>
                <a:gd name="connsiteY7-176" fmla="*/ 4104640 h 4104640"/>
                <a:gd name="connsiteX0-177" fmla="*/ 0 w 5384800"/>
                <a:gd name="connsiteY0-178" fmla="*/ 4104640 h 4104640"/>
                <a:gd name="connsiteX1-179" fmla="*/ 4602480 w 5384800"/>
                <a:gd name="connsiteY1-180" fmla="*/ 1493520 h 4104640"/>
                <a:gd name="connsiteX2-181" fmla="*/ 2184400 w 5384800"/>
                <a:gd name="connsiteY2-182" fmla="*/ 213360 h 4104640"/>
                <a:gd name="connsiteX3-183" fmla="*/ 2682240 w 5384800"/>
                <a:gd name="connsiteY3-184" fmla="*/ 0 h 4104640"/>
                <a:gd name="connsiteX4-185" fmla="*/ 2407920 w 5384800"/>
                <a:gd name="connsiteY4-186" fmla="*/ 193040 h 4104640"/>
                <a:gd name="connsiteX5-187" fmla="*/ 5384800 w 5384800"/>
                <a:gd name="connsiteY5-188" fmla="*/ 1290320 h 4104640"/>
                <a:gd name="connsiteX6-189" fmla="*/ 3352800 w 5384800"/>
                <a:gd name="connsiteY6-190" fmla="*/ 4074160 h 4104640"/>
                <a:gd name="connsiteX7-191" fmla="*/ 0 w 5384800"/>
                <a:gd name="connsiteY7-192" fmla="*/ 4104640 h 4104640"/>
                <a:gd name="connsiteX0-193" fmla="*/ 0 w 5384800"/>
                <a:gd name="connsiteY0-194" fmla="*/ 4104640 h 4104640"/>
                <a:gd name="connsiteX1-195" fmla="*/ 4602480 w 5384800"/>
                <a:gd name="connsiteY1-196" fmla="*/ 1493520 h 4104640"/>
                <a:gd name="connsiteX2-197" fmla="*/ 2184400 w 5384800"/>
                <a:gd name="connsiteY2-198" fmla="*/ 213360 h 4104640"/>
                <a:gd name="connsiteX3-199" fmla="*/ 2682240 w 5384800"/>
                <a:gd name="connsiteY3-200" fmla="*/ 0 h 4104640"/>
                <a:gd name="connsiteX4-201" fmla="*/ 2430780 w 5384800"/>
                <a:gd name="connsiteY4-202" fmla="*/ 154940 h 4104640"/>
                <a:gd name="connsiteX5-203" fmla="*/ 5384800 w 5384800"/>
                <a:gd name="connsiteY5-204" fmla="*/ 1290320 h 4104640"/>
                <a:gd name="connsiteX6-205" fmla="*/ 3352800 w 5384800"/>
                <a:gd name="connsiteY6-206" fmla="*/ 4074160 h 4104640"/>
                <a:gd name="connsiteX7-207" fmla="*/ 0 w 5384800"/>
                <a:gd name="connsiteY7-208" fmla="*/ 4104640 h 4104640"/>
                <a:gd name="connsiteX0-209" fmla="*/ 0 w 5384800"/>
                <a:gd name="connsiteY0-210" fmla="*/ 4104640 h 4104640"/>
                <a:gd name="connsiteX1-211" fmla="*/ 4602480 w 5384800"/>
                <a:gd name="connsiteY1-212" fmla="*/ 1493520 h 4104640"/>
                <a:gd name="connsiteX2-213" fmla="*/ 2184400 w 5384800"/>
                <a:gd name="connsiteY2-214" fmla="*/ 213360 h 4104640"/>
                <a:gd name="connsiteX3-215" fmla="*/ 2682240 w 5384800"/>
                <a:gd name="connsiteY3-216" fmla="*/ 0 h 4104640"/>
                <a:gd name="connsiteX4-217" fmla="*/ 2392680 w 5384800"/>
                <a:gd name="connsiteY4-218" fmla="*/ 177800 h 4104640"/>
                <a:gd name="connsiteX5-219" fmla="*/ 5384800 w 5384800"/>
                <a:gd name="connsiteY5-220" fmla="*/ 1290320 h 4104640"/>
                <a:gd name="connsiteX6-221" fmla="*/ 3352800 w 5384800"/>
                <a:gd name="connsiteY6-222" fmla="*/ 4074160 h 4104640"/>
                <a:gd name="connsiteX7-223" fmla="*/ 0 w 5384800"/>
                <a:gd name="connsiteY7-224" fmla="*/ 4104640 h 4104640"/>
                <a:gd name="connsiteX0-225" fmla="*/ 0 w 5466472"/>
                <a:gd name="connsiteY0-226" fmla="*/ 4104640 h 4104640"/>
                <a:gd name="connsiteX1-227" fmla="*/ 4602480 w 5466472"/>
                <a:gd name="connsiteY1-228" fmla="*/ 1493520 h 4104640"/>
                <a:gd name="connsiteX2-229" fmla="*/ 2184400 w 5466472"/>
                <a:gd name="connsiteY2-230" fmla="*/ 213360 h 4104640"/>
                <a:gd name="connsiteX3-231" fmla="*/ 2682240 w 5466472"/>
                <a:gd name="connsiteY3-232" fmla="*/ 0 h 4104640"/>
                <a:gd name="connsiteX4-233" fmla="*/ 2392680 w 5466472"/>
                <a:gd name="connsiteY4-234" fmla="*/ 177800 h 4104640"/>
                <a:gd name="connsiteX5-235" fmla="*/ 5384800 w 5466472"/>
                <a:gd name="connsiteY5-236" fmla="*/ 1290320 h 4104640"/>
                <a:gd name="connsiteX6-237" fmla="*/ 3352800 w 5466472"/>
                <a:gd name="connsiteY6-238" fmla="*/ 4074160 h 4104640"/>
                <a:gd name="connsiteX7-239" fmla="*/ 0 w 5466472"/>
                <a:gd name="connsiteY7-240" fmla="*/ 4104640 h 4104640"/>
                <a:gd name="connsiteX0-241" fmla="*/ 0 w 5427909"/>
                <a:gd name="connsiteY0-242" fmla="*/ 4104640 h 4104640"/>
                <a:gd name="connsiteX1-243" fmla="*/ 4602480 w 5427909"/>
                <a:gd name="connsiteY1-244" fmla="*/ 1493520 h 4104640"/>
                <a:gd name="connsiteX2-245" fmla="*/ 2184400 w 5427909"/>
                <a:gd name="connsiteY2-246" fmla="*/ 213360 h 4104640"/>
                <a:gd name="connsiteX3-247" fmla="*/ 2682240 w 5427909"/>
                <a:gd name="connsiteY3-248" fmla="*/ 0 h 4104640"/>
                <a:gd name="connsiteX4-249" fmla="*/ 2392680 w 5427909"/>
                <a:gd name="connsiteY4-250" fmla="*/ 177800 h 4104640"/>
                <a:gd name="connsiteX5-251" fmla="*/ 5384800 w 5427909"/>
                <a:gd name="connsiteY5-252" fmla="*/ 1290320 h 4104640"/>
                <a:gd name="connsiteX6-253" fmla="*/ 3352800 w 5427909"/>
                <a:gd name="connsiteY6-254" fmla="*/ 4074160 h 4104640"/>
                <a:gd name="connsiteX7-255" fmla="*/ 0 w 5427909"/>
                <a:gd name="connsiteY7-256" fmla="*/ 4104640 h 4104640"/>
                <a:gd name="connsiteX0-257" fmla="*/ 0 w 5367014"/>
                <a:gd name="connsiteY0-258" fmla="*/ 4104640 h 4104640"/>
                <a:gd name="connsiteX1-259" fmla="*/ 4602480 w 5367014"/>
                <a:gd name="connsiteY1-260" fmla="*/ 1493520 h 4104640"/>
                <a:gd name="connsiteX2-261" fmla="*/ 2184400 w 5367014"/>
                <a:gd name="connsiteY2-262" fmla="*/ 213360 h 4104640"/>
                <a:gd name="connsiteX3-263" fmla="*/ 2682240 w 5367014"/>
                <a:gd name="connsiteY3-264" fmla="*/ 0 h 4104640"/>
                <a:gd name="connsiteX4-265" fmla="*/ 2392680 w 5367014"/>
                <a:gd name="connsiteY4-266" fmla="*/ 177800 h 4104640"/>
                <a:gd name="connsiteX5-267" fmla="*/ 5316220 w 5367014"/>
                <a:gd name="connsiteY5-268" fmla="*/ 1671320 h 4104640"/>
                <a:gd name="connsiteX6-269" fmla="*/ 3352800 w 5367014"/>
                <a:gd name="connsiteY6-270" fmla="*/ 4074160 h 4104640"/>
                <a:gd name="connsiteX7-271" fmla="*/ 0 w 5367014"/>
                <a:gd name="connsiteY7-272" fmla="*/ 4104640 h 4104640"/>
                <a:gd name="connsiteX0-273" fmla="*/ 0 w 5361309"/>
                <a:gd name="connsiteY0-274" fmla="*/ 4104640 h 4104640"/>
                <a:gd name="connsiteX1-275" fmla="*/ 4602480 w 5361309"/>
                <a:gd name="connsiteY1-276" fmla="*/ 1493520 h 4104640"/>
                <a:gd name="connsiteX2-277" fmla="*/ 2184400 w 5361309"/>
                <a:gd name="connsiteY2-278" fmla="*/ 213360 h 4104640"/>
                <a:gd name="connsiteX3-279" fmla="*/ 2682240 w 5361309"/>
                <a:gd name="connsiteY3-280" fmla="*/ 0 h 4104640"/>
                <a:gd name="connsiteX4-281" fmla="*/ 2392680 w 5361309"/>
                <a:gd name="connsiteY4-282" fmla="*/ 177800 h 4104640"/>
                <a:gd name="connsiteX5-283" fmla="*/ 5316220 w 5361309"/>
                <a:gd name="connsiteY5-284" fmla="*/ 1671320 h 4104640"/>
                <a:gd name="connsiteX6-285" fmla="*/ 3352800 w 5361309"/>
                <a:gd name="connsiteY6-286" fmla="*/ 4074160 h 4104640"/>
                <a:gd name="connsiteX7-287" fmla="*/ 0 w 5361309"/>
                <a:gd name="connsiteY7-288" fmla="*/ 4104640 h 4104640"/>
                <a:gd name="connsiteX0-289" fmla="*/ 0 w 5328135"/>
                <a:gd name="connsiteY0-290" fmla="*/ 4104640 h 4104640"/>
                <a:gd name="connsiteX1-291" fmla="*/ 4602480 w 5328135"/>
                <a:gd name="connsiteY1-292" fmla="*/ 1493520 h 4104640"/>
                <a:gd name="connsiteX2-293" fmla="*/ 2184400 w 5328135"/>
                <a:gd name="connsiteY2-294" fmla="*/ 213360 h 4104640"/>
                <a:gd name="connsiteX3-295" fmla="*/ 2682240 w 5328135"/>
                <a:gd name="connsiteY3-296" fmla="*/ 0 h 4104640"/>
                <a:gd name="connsiteX4-297" fmla="*/ 2407920 w 5328135"/>
                <a:gd name="connsiteY4-298" fmla="*/ 215900 h 4104640"/>
                <a:gd name="connsiteX5-299" fmla="*/ 5316220 w 5328135"/>
                <a:gd name="connsiteY5-300" fmla="*/ 1671320 h 4104640"/>
                <a:gd name="connsiteX6-301" fmla="*/ 3352800 w 5328135"/>
                <a:gd name="connsiteY6-302" fmla="*/ 4074160 h 4104640"/>
                <a:gd name="connsiteX7-303" fmla="*/ 0 w 5328135"/>
                <a:gd name="connsiteY7-304" fmla="*/ 4104640 h 4104640"/>
                <a:gd name="connsiteX0-305" fmla="*/ 0 w 5347415"/>
                <a:gd name="connsiteY0-306" fmla="*/ 4104640 h 4104640"/>
                <a:gd name="connsiteX1-307" fmla="*/ 4602480 w 5347415"/>
                <a:gd name="connsiteY1-308" fmla="*/ 1493520 h 4104640"/>
                <a:gd name="connsiteX2-309" fmla="*/ 2184400 w 5347415"/>
                <a:gd name="connsiteY2-310" fmla="*/ 213360 h 4104640"/>
                <a:gd name="connsiteX3-311" fmla="*/ 2682240 w 5347415"/>
                <a:gd name="connsiteY3-312" fmla="*/ 0 h 4104640"/>
                <a:gd name="connsiteX4-313" fmla="*/ 2407920 w 5347415"/>
                <a:gd name="connsiteY4-314" fmla="*/ 215900 h 4104640"/>
                <a:gd name="connsiteX5-315" fmla="*/ 5316220 w 5347415"/>
                <a:gd name="connsiteY5-316" fmla="*/ 1671320 h 4104640"/>
                <a:gd name="connsiteX6-317" fmla="*/ 3352800 w 5347415"/>
                <a:gd name="connsiteY6-318" fmla="*/ 4074160 h 4104640"/>
                <a:gd name="connsiteX7-319" fmla="*/ 0 w 5347415"/>
                <a:gd name="connsiteY7-320" fmla="*/ 4104640 h 4104640"/>
                <a:gd name="connsiteX0-321" fmla="*/ 0 w 5347481"/>
                <a:gd name="connsiteY0-322" fmla="*/ 4104640 h 4104640"/>
                <a:gd name="connsiteX1-323" fmla="*/ 4602480 w 5347481"/>
                <a:gd name="connsiteY1-324" fmla="*/ 1493520 h 4104640"/>
                <a:gd name="connsiteX2-325" fmla="*/ 2184400 w 5347481"/>
                <a:gd name="connsiteY2-326" fmla="*/ 213360 h 4104640"/>
                <a:gd name="connsiteX3-327" fmla="*/ 2682240 w 5347481"/>
                <a:gd name="connsiteY3-328" fmla="*/ 0 h 4104640"/>
                <a:gd name="connsiteX4-329" fmla="*/ 2407920 w 5347481"/>
                <a:gd name="connsiteY4-330" fmla="*/ 215900 h 4104640"/>
                <a:gd name="connsiteX5-331" fmla="*/ 5316220 w 5347481"/>
                <a:gd name="connsiteY5-332" fmla="*/ 1671320 h 4104640"/>
                <a:gd name="connsiteX6-333" fmla="*/ 3352800 w 5347481"/>
                <a:gd name="connsiteY6-334" fmla="*/ 4074160 h 4104640"/>
                <a:gd name="connsiteX7-335" fmla="*/ 0 w 5347481"/>
                <a:gd name="connsiteY7-336" fmla="*/ 4104640 h 4104640"/>
                <a:gd name="connsiteX0-337" fmla="*/ 0 w 5350942"/>
                <a:gd name="connsiteY0-338" fmla="*/ 4104640 h 4104640"/>
                <a:gd name="connsiteX1-339" fmla="*/ 4602480 w 5350942"/>
                <a:gd name="connsiteY1-340" fmla="*/ 1493520 h 4104640"/>
                <a:gd name="connsiteX2-341" fmla="*/ 2184400 w 5350942"/>
                <a:gd name="connsiteY2-342" fmla="*/ 213360 h 4104640"/>
                <a:gd name="connsiteX3-343" fmla="*/ 2682240 w 5350942"/>
                <a:gd name="connsiteY3-344" fmla="*/ 0 h 4104640"/>
                <a:gd name="connsiteX4-345" fmla="*/ 2407920 w 5350942"/>
                <a:gd name="connsiteY4-346" fmla="*/ 215900 h 4104640"/>
                <a:gd name="connsiteX5-347" fmla="*/ 5316220 w 5350942"/>
                <a:gd name="connsiteY5-348" fmla="*/ 1671320 h 4104640"/>
                <a:gd name="connsiteX6-349" fmla="*/ 3352800 w 5350942"/>
                <a:gd name="connsiteY6-350" fmla="*/ 4074160 h 4104640"/>
                <a:gd name="connsiteX7-351" fmla="*/ 0 w 5350942"/>
                <a:gd name="connsiteY7-352" fmla="*/ 4104640 h 4104640"/>
                <a:gd name="connsiteX0-353" fmla="*/ 0 w 5350942"/>
                <a:gd name="connsiteY0-354" fmla="*/ 4104640 h 4104640"/>
                <a:gd name="connsiteX1-355" fmla="*/ 4602480 w 5350942"/>
                <a:gd name="connsiteY1-356" fmla="*/ 1493520 h 4104640"/>
                <a:gd name="connsiteX2-357" fmla="*/ 2184400 w 5350942"/>
                <a:gd name="connsiteY2-358" fmla="*/ 213360 h 4104640"/>
                <a:gd name="connsiteX3-359" fmla="*/ 2682240 w 5350942"/>
                <a:gd name="connsiteY3-360" fmla="*/ 0 h 4104640"/>
                <a:gd name="connsiteX4-361" fmla="*/ 2407920 w 5350942"/>
                <a:gd name="connsiteY4-362" fmla="*/ 215900 h 4104640"/>
                <a:gd name="connsiteX5-363" fmla="*/ 5316220 w 5350942"/>
                <a:gd name="connsiteY5-364" fmla="*/ 1671320 h 4104640"/>
                <a:gd name="connsiteX6-365" fmla="*/ 3352800 w 5350942"/>
                <a:gd name="connsiteY6-366" fmla="*/ 4074160 h 4104640"/>
                <a:gd name="connsiteX7-367" fmla="*/ 0 w 5350942"/>
                <a:gd name="connsiteY7-368" fmla="*/ 4104640 h 4104640"/>
                <a:gd name="connsiteX0-369" fmla="*/ 0 w 5370524"/>
                <a:gd name="connsiteY0-370" fmla="*/ 4104640 h 4104640"/>
                <a:gd name="connsiteX1-371" fmla="*/ 4602480 w 5370524"/>
                <a:gd name="connsiteY1-372" fmla="*/ 1493520 h 4104640"/>
                <a:gd name="connsiteX2-373" fmla="*/ 2184400 w 5370524"/>
                <a:gd name="connsiteY2-374" fmla="*/ 213360 h 4104640"/>
                <a:gd name="connsiteX3-375" fmla="*/ 2682240 w 5370524"/>
                <a:gd name="connsiteY3-376" fmla="*/ 0 h 4104640"/>
                <a:gd name="connsiteX4-377" fmla="*/ 2407920 w 5370524"/>
                <a:gd name="connsiteY4-378" fmla="*/ 215900 h 4104640"/>
                <a:gd name="connsiteX5-379" fmla="*/ 5331460 w 5370524"/>
                <a:gd name="connsiteY5-380" fmla="*/ 1701800 h 4104640"/>
                <a:gd name="connsiteX6-381" fmla="*/ 3352800 w 5370524"/>
                <a:gd name="connsiteY6-382" fmla="*/ 4074160 h 4104640"/>
                <a:gd name="connsiteX7-383" fmla="*/ 0 w 5370524"/>
                <a:gd name="connsiteY7-384" fmla="*/ 4104640 h 4104640"/>
                <a:gd name="connsiteX0-385" fmla="*/ 0 w 5367798"/>
                <a:gd name="connsiteY0-386" fmla="*/ 4104640 h 4104640"/>
                <a:gd name="connsiteX1-387" fmla="*/ 4602480 w 5367798"/>
                <a:gd name="connsiteY1-388" fmla="*/ 1493520 h 4104640"/>
                <a:gd name="connsiteX2-389" fmla="*/ 2184400 w 5367798"/>
                <a:gd name="connsiteY2-390" fmla="*/ 213360 h 4104640"/>
                <a:gd name="connsiteX3-391" fmla="*/ 2682240 w 5367798"/>
                <a:gd name="connsiteY3-392" fmla="*/ 0 h 4104640"/>
                <a:gd name="connsiteX4-393" fmla="*/ 2407920 w 5367798"/>
                <a:gd name="connsiteY4-394" fmla="*/ 215900 h 4104640"/>
                <a:gd name="connsiteX5-395" fmla="*/ 5331460 w 5367798"/>
                <a:gd name="connsiteY5-396" fmla="*/ 1701800 h 4104640"/>
                <a:gd name="connsiteX6-397" fmla="*/ 3352800 w 5367798"/>
                <a:gd name="connsiteY6-398" fmla="*/ 4074160 h 4104640"/>
                <a:gd name="connsiteX7-399" fmla="*/ 0 w 5367798"/>
                <a:gd name="connsiteY7-400" fmla="*/ 4104640 h 4104640"/>
                <a:gd name="connsiteX0-401" fmla="*/ 0 w 5367021"/>
                <a:gd name="connsiteY0-402" fmla="*/ 4104640 h 4104640"/>
                <a:gd name="connsiteX1-403" fmla="*/ 4602480 w 5367021"/>
                <a:gd name="connsiteY1-404" fmla="*/ 1493520 h 4104640"/>
                <a:gd name="connsiteX2-405" fmla="*/ 2184400 w 5367021"/>
                <a:gd name="connsiteY2-406" fmla="*/ 213360 h 4104640"/>
                <a:gd name="connsiteX3-407" fmla="*/ 2682240 w 5367021"/>
                <a:gd name="connsiteY3-408" fmla="*/ 0 h 4104640"/>
                <a:gd name="connsiteX4-409" fmla="*/ 2407920 w 5367021"/>
                <a:gd name="connsiteY4-410" fmla="*/ 215900 h 4104640"/>
                <a:gd name="connsiteX5-411" fmla="*/ 5331460 w 5367021"/>
                <a:gd name="connsiteY5-412" fmla="*/ 1701800 h 4104640"/>
                <a:gd name="connsiteX6-413" fmla="*/ 3352800 w 5367021"/>
                <a:gd name="connsiteY6-414" fmla="*/ 4074160 h 4104640"/>
                <a:gd name="connsiteX7-415" fmla="*/ 0 w 5367021"/>
                <a:gd name="connsiteY7-416" fmla="*/ 4104640 h 4104640"/>
                <a:gd name="connsiteX0-417" fmla="*/ 0 w 5366945"/>
                <a:gd name="connsiteY0-418" fmla="*/ 4104640 h 4104640"/>
                <a:gd name="connsiteX1-419" fmla="*/ 4602480 w 5366945"/>
                <a:gd name="connsiteY1-420" fmla="*/ 1493520 h 4104640"/>
                <a:gd name="connsiteX2-421" fmla="*/ 2184400 w 5366945"/>
                <a:gd name="connsiteY2-422" fmla="*/ 213360 h 4104640"/>
                <a:gd name="connsiteX3-423" fmla="*/ 2682240 w 5366945"/>
                <a:gd name="connsiteY3-424" fmla="*/ 0 h 4104640"/>
                <a:gd name="connsiteX4-425" fmla="*/ 2407920 w 5366945"/>
                <a:gd name="connsiteY4-426" fmla="*/ 215900 h 4104640"/>
                <a:gd name="connsiteX5-427" fmla="*/ 5331460 w 5366945"/>
                <a:gd name="connsiteY5-428" fmla="*/ 1701800 h 4104640"/>
                <a:gd name="connsiteX6-429" fmla="*/ 3352800 w 5366945"/>
                <a:gd name="connsiteY6-430" fmla="*/ 4074160 h 4104640"/>
                <a:gd name="connsiteX7-431" fmla="*/ 0 w 5366945"/>
                <a:gd name="connsiteY7-432" fmla="*/ 4104640 h 4104640"/>
                <a:gd name="connsiteX0-433" fmla="*/ 0 w 5365986"/>
                <a:gd name="connsiteY0-434" fmla="*/ 4104640 h 4104640"/>
                <a:gd name="connsiteX1-435" fmla="*/ 4602480 w 5365986"/>
                <a:gd name="connsiteY1-436" fmla="*/ 1493520 h 4104640"/>
                <a:gd name="connsiteX2-437" fmla="*/ 2184400 w 5365986"/>
                <a:gd name="connsiteY2-438" fmla="*/ 213360 h 4104640"/>
                <a:gd name="connsiteX3-439" fmla="*/ 2682240 w 5365986"/>
                <a:gd name="connsiteY3-440" fmla="*/ 0 h 4104640"/>
                <a:gd name="connsiteX4-441" fmla="*/ 2407920 w 5365986"/>
                <a:gd name="connsiteY4-442" fmla="*/ 215900 h 4104640"/>
                <a:gd name="connsiteX5-443" fmla="*/ 5331460 w 5365986"/>
                <a:gd name="connsiteY5-444" fmla="*/ 1701800 h 4104640"/>
                <a:gd name="connsiteX6-445" fmla="*/ 3352800 w 5365986"/>
                <a:gd name="connsiteY6-446" fmla="*/ 4074160 h 4104640"/>
                <a:gd name="connsiteX7-447" fmla="*/ 0 w 5365986"/>
                <a:gd name="connsiteY7-448" fmla="*/ 4104640 h 4104640"/>
                <a:gd name="connsiteX0-449" fmla="*/ 0 w 5362543"/>
                <a:gd name="connsiteY0-450" fmla="*/ 4104640 h 4104640"/>
                <a:gd name="connsiteX1-451" fmla="*/ 4602480 w 5362543"/>
                <a:gd name="connsiteY1-452" fmla="*/ 1493520 h 4104640"/>
                <a:gd name="connsiteX2-453" fmla="*/ 2184400 w 5362543"/>
                <a:gd name="connsiteY2-454" fmla="*/ 213360 h 4104640"/>
                <a:gd name="connsiteX3-455" fmla="*/ 2682240 w 5362543"/>
                <a:gd name="connsiteY3-456" fmla="*/ 0 h 4104640"/>
                <a:gd name="connsiteX4-457" fmla="*/ 2407920 w 5362543"/>
                <a:gd name="connsiteY4-458" fmla="*/ 215900 h 4104640"/>
                <a:gd name="connsiteX5-459" fmla="*/ 5331460 w 5362543"/>
                <a:gd name="connsiteY5-460" fmla="*/ 1701800 h 4104640"/>
                <a:gd name="connsiteX6-461" fmla="*/ 3352800 w 5362543"/>
                <a:gd name="connsiteY6-462" fmla="*/ 4074160 h 4104640"/>
                <a:gd name="connsiteX7-463" fmla="*/ 0 w 5362543"/>
                <a:gd name="connsiteY7-464" fmla="*/ 4104640 h 4104640"/>
                <a:gd name="connsiteX0-465" fmla="*/ 0 w 5363674"/>
                <a:gd name="connsiteY0-466" fmla="*/ 4104640 h 4104640"/>
                <a:gd name="connsiteX1-467" fmla="*/ 4602480 w 5363674"/>
                <a:gd name="connsiteY1-468" fmla="*/ 1493520 h 4104640"/>
                <a:gd name="connsiteX2-469" fmla="*/ 2184400 w 5363674"/>
                <a:gd name="connsiteY2-470" fmla="*/ 213360 h 4104640"/>
                <a:gd name="connsiteX3-471" fmla="*/ 2682240 w 5363674"/>
                <a:gd name="connsiteY3-472" fmla="*/ 0 h 4104640"/>
                <a:gd name="connsiteX4-473" fmla="*/ 2407920 w 5363674"/>
                <a:gd name="connsiteY4-474" fmla="*/ 215900 h 4104640"/>
                <a:gd name="connsiteX5-475" fmla="*/ 5331460 w 5363674"/>
                <a:gd name="connsiteY5-476" fmla="*/ 1701800 h 4104640"/>
                <a:gd name="connsiteX6-477" fmla="*/ 3352800 w 5363674"/>
                <a:gd name="connsiteY6-478" fmla="*/ 4074160 h 4104640"/>
                <a:gd name="connsiteX7-479" fmla="*/ 0 w 5363674"/>
                <a:gd name="connsiteY7-480" fmla="*/ 4104640 h 4104640"/>
                <a:gd name="connsiteX0-481" fmla="*/ 0 w 5372042"/>
                <a:gd name="connsiteY0-482" fmla="*/ 4104640 h 4104640"/>
                <a:gd name="connsiteX1-483" fmla="*/ 4602480 w 5372042"/>
                <a:gd name="connsiteY1-484" fmla="*/ 1493520 h 4104640"/>
                <a:gd name="connsiteX2-485" fmla="*/ 2184400 w 5372042"/>
                <a:gd name="connsiteY2-486" fmla="*/ 213360 h 4104640"/>
                <a:gd name="connsiteX3-487" fmla="*/ 2682240 w 5372042"/>
                <a:gd name="connsiteY3-488" fmla="*/ 0 h 4104640"/>
                <a:gd name="connsiteX4-489" fmla="*/ 2407920 w 5372042"/>
                <a:gd name="connsiteY4-490" fmla="*/ 215900 h 4104640"/>
                <a:gd name="connsiteX5-491" fmla="*/ 5331460 w 5372042"/>
                <a:gd name="connsiteY5-492" fmla="*/ 1701800 h 4104640"/>
                <a:gd name="connsiteX6-493" fmla="*/ 3352800 w 5372042"/>
                <a:gd name="connsiteY6-494" fmla="*/ 4074160 h 4104640"/>
                <a:gd name="connsiteX7-495" fmla="*/ 0 w 5372042"/>
                <a:gd name="connsiteY7-496" fmla="*/ 4104640 h 4104640"/>
                <a:gd name="connsiteX0-497" fmla="*/ 0 w 5372042"/>
                <a:gd name="connsiteY0-498" fmla="*/ 4104640 h 4104640"/>
                <a:gd name="connsiteX1-499" fmla="*/ 3482340 w 5372042"/>
                <a:gd name="connsiteY1-500" fmla="*/ 1592580 h 4104640"/>
                <a:gd name="connsiteX2-501" fmla="*/ 2184400 w 5372042"/>
                <a:gd name="connsiteY2-502" fmla="*/ 213360 h 4104640"/>
                <a:gd name="connsiteX3-503" fmla="*/ 2682240 w 5372042"/>
                <a:gd name="connsiteY3-504" fmla="*/ 0 h 4104640"/>
                <a:gd name="connsiteX4-505" fmla="*/ 2407920 w 5372042"/>
                <a:gd name="connsiteY4-506" fmla="*/ 215900 h 4104640"/>
                <a:gd name="connsiteX5-507" fmla="*/ 5331460 w 5372042"/>
                <a:gd name="connsiteY5-508" fmla="*/ 1701800 h 4104640"/>
                <a:gd name="connsiteX6-509" fmla="*/ 3352800 w 5372042"/>
                <a:gd name="connsiteY6-510" fmla="*/ 4074160 h 4104640"/>
                <a:gd name="connsiteX7-511" fmla="*/ 0 w 5372042"/>
                <a:gd name="connsiteY7-512" fmla="*/ 4104640 h 4104640"/>
                <a:gd name="connsiteX0-513" fmla="*/ 0 w 5372042"/>
                <a:gd name="connsiteY0-514" fmla="*/ 4104640 h 4104640"/>
                <a:gd name="connsiteX1-515" fmla="*/ 3482340 w 5372042"/>
                <a:gd name="connsiteY1-516" fmla="*/ 1592580 h 4104640"/>
                <a:gd name="connsiteX2-517" fmla="*/ 774700 w 5372042"/>
                <a:gd name="connsiteY2-518" fmla="*/ 190500 h 4104640"/>
                <a:gd name="connsiteX3-519" fmla="*/ 2682240 w 5372042"/>
                <a:gd name="connsiteY3-520" fmla="*/ 0 h 4104640"/>
                <a:gd name="connsiteX4-521" fmla="*/ 2407920 w 5372042"/>
                <a:gd name="connsiteY4-522" fmla="*/ 215900 h 4104640"/>
                <a:gd name="connsiteX5-523" fmla="*/ 5331460 w 5372042"/>
                <a:gd name="connsiteY5-524" fmla="*/ 1701800 h 4104640"/>
                <a:gd name="connsiteX6-525" fmla="*/ 3352800 w 5372042"/>
                <a:gd name="connsiteY6-526" fmla="*/ 4074160 h 4104640"/>
                <a:gd name="connsiteX7-527" fmla="*/ 0 w 5372042"/>
                <a:gd name="connsiteY7-528" fmla="*/ 4104640 h 4104640"/>
                <a:gd name="connsiteX0-529" fmla="*/ 0 w 5381296"/>
                <a:gd name="connsiteY0-530" fmla="*/ 4053500 h 4053500"/>
                <a:gd name="connsiteX1-531" fmla="*/ 3482340 w 5381296"/>
                <a:gd name="connsiteY1-532" fmla="*/ 1541440 h 4053500"/>
                <a:gd name="connsiteX2-533" fmla="*/ 774700 w 5381296"/>
                <a:gd name="connsiteY2-534" fmla="*/ 139360 h 4053500"/>
                <a:gd name="connsiteX3-535" fmla="*/ 1059180 w 5381296"/>
                <a:gd name="connsiteY3-536" fmla="*/ 2200 h 4053500"/>
                <a:gd name="connsiteX4-537" fmla="*/ 2407920 w 5381296"/>
                <a:gd name="connsiteY4-538" fmla="*/ 164760 h 4053500"/>
                <a:gd name="connsiteX5-539" fmla="*/ 5331460 w 5381296"/>
                <a:gd name="connsiteY5-540" fmla="*/ 1650660 h 4053500"/>
                <a:gd name="connsiteX6-541" fmla="*/ 3352800 w 5381296"/>
                <a:gd name="connsiteY6-542" fmla="*/ 4023020 h 4053500"/>
                <a:gd name="connsiteX7-543" fmla="*/ 0 w 5381296"/>
                <a:gd name="connsiteY7-544" fmla="*/ 4053500 h 4053500"/>
                <a:gd name="connsiteX0-545" fmla="*/ 0 w 5206036"/>
                <a:gd name="connsiteY0-546" fmla="*/ 4030640 h 4030640"/>
                <a:gd name="connsiteX1-547" fmla="*/ 3307080 w 5206036"/>
                <a:gd name="connsiteY1-548" fmla="*/ 1541440 h 4030640"/>
                <a:gd name="connsiteX2-549" fmla="*/ 599440 w 5206036"/>
                <a:gd name="connsiteY2-550" fmla="*/ 139360 h 4030640"/>
                <a:gd name="connsiteX3-551" fmla="*/ 883920 w 5206036"/>
                <a:gd name="connsiteY3-552" fmla="*/ 2200 h 4030640"/>
                <a:gd name="connsiteX4-553" fmla="*/ 2232660 w 5206036"/>
                <a:gd name="connsiteY4-554" fmla="*/ 164760 h 4030640"/>
                <a:gd name="connsiteX5-555" fmla="*/ 5156200 w 5206036"/>
                <a:gd name="connsiteY5-556" fmla="*/ 1650660 h 4030640"/>
                <a:gd name="connsiteX6-557" fmla="*/ 3177540 w 5206036"/>
                <a:gd name="connsiteY6-558" fmla="*/ 4023020 h 4030640"/>
                <a:gd name="connsiteX7-559" fmla="*/ 0 w 5206036"/>
                <a:gd name="connsiteY7-560" fmla="*/ 4030640 h 4030640"/>
                <a:gd name="connsiteX0-561" fmla="*/ 0 w 5206036"/>
                <a:gd name="connsiteY0-562" fmla="*/ 4028440 h 4028440"/>
                <a:gd name="connsiteX1-563" fmla="*/ 3284220 w 5206036"/>
                <a:gd name="connsiteY1-564" fmla="*/ 1470660 h 4028440"/>
                <a:gd name="connsiteX2-565" fmla="*/ 599440 w 5206036"/>
                <a:gd name="connsiteY2-566" fmla="*/ 137160 h 4028440"/>
                <a:gd name="connsiteX3-567" fmla="*/ 883920 w 5206036"/>
                <a:gd name="connsiteY3-568" fmla="*/ 0 h 4028440"/>
                <a:gd name="connsiteX4-569" fmla="*/ 2232660 w 5206036"/>
                <a:gd name="connsiteY4-570" fmla="*/ 162560 h 4028440"/>
                <a:gd name="connsiteX5-571" fmla="*/ 5156200 w 5206036"/>
                <a:gd name="connsiteY5-572" fmla="*/ 1648460 h 4028440"/>
                <a:gd name="connsiteX6-573" fmla="*/ 3177540 w 5206036"/>
                <a:gd name="connsiteY6-574" fmla="*/ 4020820 h 4028440"/>
                <a:gd name="connsiteX7-575" fmla="*/ 0 w 5206036"/>
                <a:gd name="connsiteY7-576" fmla="*/ 4028440 h 4028440"/>
                <a:gd name="connsiteX0-577" fmla="*/ 0 w 5206036"/>
                <a:gd name="connsiteY0-578" fmla="*/ 4028440 h 4028440"/>
                <a:gd name="connsiteX1-579" fmla="*/ 3284220 w 5206036"/>
                <a:gd name="connsiteY1-580" fmla="*/ 1470660 h 4028440"/>
                <a:gd name="connsiteX2-581" fmla="*/ 599440 w 5206036"/>
                <a:gd name="connsiteY2-582" fmla="*/ 137160 h 4028440"/>
                <a:gd name="connsiteX3-583" fmla="*/ 883920 w 5206036"/>
                <a:gd name="connsiteY3-584" fmla="*/ 0 h 4028440"/>
                <a:gd name="connsiteX4-585" fmla="*/ 2232660 w 5206036"/>
                <a:gd name="connsiteY4-586" fmla="*/ 162560 h 4028440"/>
                <a:gd name="connsiteX5-587" fmla="*/ 5156200 w 5206036"/>
                <a:gd name="connsiteY5-588" fmla="*/ 1648460 h 4028440"/>
                <a:gd name="connsiteX6-589" fmla="*/ 3177540 w 5206036"/>
                <a:gd name="connsiteY6-590" fmla="*/ 4020820 h 4028440"/>
                <a:gd name="connsiteX7-591" fmla="*/ 0 w 5206036"/>
                <a:gd name="connsiteY7-592" fmla="*/ 4028440 h 4028440"/>
                <a:gd name="connsiteX0-593" fmla="*/ 0 w 5206036"/>
                <a:gd name="connsiteY0-594" fmla="*/ 4028440 h 4028440"/>
                <a:gd name="connsiteX1-595" fmla="*/ 3284220 w 5206036"/>
                <a:gd name="connsiteY1-596" fmla="*/ 1470660 h 4028440"/>
                <a:gd name="connsiteX2-597" fmla="*/ 599440 w 5206036"/>
                <a:gd name="connsiteY2-598" fmla="*/ 137160 h 4028440"/>
                <a:gd name="connsiteX3-599" fmla="*/ 883920 w 5206036"/>
                <a:gd name="connsiteY3-600" fmla="*/ 0 h 4028440"/>
                <a:gd name="connsiteX4-601" fmla="*/ 2232660 w 5206036"/>
                <a:gd name="connsiteY4-602" fmla="*/ 162560 h 4028440"/>
                <a:gd name="connsiteX5-603" fmla="*/ 5156200 w 5206036"/>
                <a:gd name="connsiteY5-604" fmla="*/ 1648460 h 4028440"/>
                <a:gd name="connsiteX6-605" fmla="*/ 3177540 w 5206036"/>
                <a:gd name="connsiteY6-606" fmla="*/ 4020820 h 4028440"/>
                <a:gd name="connsiteX7-607" fmla="*/ 0 w 5206036"/>
                <a:gd name="connsiteY7-608" fmla="*/ 4028440 h 4028440"/>
                <a:gd name="connsiteX0-609" fmla="*/ 0 w 5206036"/>
                <a:gd name="connsiteY0-610" fmla="*/ 4028440 h 4028440"/>
                <a:gd name="connsiteX1-611" fmla="*/ 3272028 w 5206036"/>
                <a:gd name="connsiteY1-612" fmla="*/ 1507236 h 4028440"/>
                <a:gd name="connsiteX2-613" fmla="*/ 599440 w 5206036"/>
                <a:gd name="connsiteY2-614" fmla="*/ 137160 h 4028440"/>
                <a:gd name="connsiteX3-615" fmla="*/ 883920 w 5206036"/>
                <a:gd name="connsiteY3-616" fmla="*/ 0 h 4028440"/>
                <a:gd name="connsiteX4-617" fmla="*/ 2232660 w 5206036"/>
                <a:gd name="connsiteY4-618" fmla="*/ 162560 h 4028440"/>
                <a:gd name="connsiteX5-619" fmla="*/ 5156200 w 5206036"/>
                <a:gd name="connsiteY5-620" fmla="*/ 1648460 h 4028440"/>
                <a:gd name="connsiteX6-621" fmla="*/ 3177540 w 5206036"/>
                <a:gd name="connsiteY6-622" fmla="*/ 4020820 h 4028440"/>
                <a:gd name="connsiteX7-623" fmla="*/ 0 w 5206036"/>
                <a:gd name="connsiteY7-624" fmla="*/ 4028440 h 4028440"/>
                <a:gd name="connsiteX0-625" fmla="*/ 0 w 5206036"/>
                <a:gd name="connsiteY0-626" fmla="*/ 4028440 h 4028440"/>
                <a:gd name="connsiteX1-627" fmla="*/ 3272028 w 5206036"/>
                <a:gd name="connsiteY1-628" fmla="*/ 1507236 h 4028440"/>
                <a:gd name="connsiteX2-629" fmla="*/ 599440 w 5206036"/>
                <a:gd name="connsiteY2-630" fmla="*/ 137160 h 4028440"/>
                <a:gd name="connsiteX3-631" fmla="*/ 883920 w 5206036"/>
                <a:gd name="connsiteY3-632" fmla="*/ 0 h 4028440"/>
                <a:gd name="connsiteX4-633" fmla="*/ 2232660 w 5206036"/>
                <a:gd name="connsiteY4-634" fmla="*/ 162560 h 4028440"/>
                <a:gd name="connsiteX5-635" fmla="*/ 5156200 w 5206036"/>
                <a:gd name="connsiteY5-636" fmla="*/ 1648460 h 4028440"/>
                <a:gd name="connsiteX6-637" fmla="*/ 3177540 w 5206036"/>
                <a:gd name="connsiteY6-638" fmla="*/ 4020820 h 4028440"/>
                <a:gd name="connsiteX7-639" fmla="*/ 0 w 5206036"/>
                <a:gd name="connsiteY7-640" fmla="*/ 4028440 h 4028440"/>
                <a:gd name="connsiteX0-641" fmla="*/ 0 w 5206036"/>
                <a:gd name="connsiteY0-642" fmla="*/ 4028440 h 4028440"/>
                <a:gd name="connsiteX1-643" fmla="*/ 3272028 w 5206036"/>
                <a:gd name="connsiteY1-644" fmla="*/ 1507236 h 4028440"/>
                <a:gd name="connsiteX2-645" fmla="*/ 599440 w 5206036"/>
                <a:gd name="connsiteY2-646" fmla="*/ 137160 h 4028440"/>
                <a:gd name="connsiteX3-647" fmla="*/ 883920 w 5206036"/>
                <a:gd name="connsiteY3-648" fmla="*/ 0 h 4028440"/>
                <a:gd name="connsiteX4-649" fmla="*/ 2232660 w 5206036"/>
                <a:gd name="connsiteY4-650" fmla="*/ 162560 h 4028440"/>
                <a:gd name="connsiteX5-651" fmla="*/ 5156200 w 5206036"/>
                <a:gd name="connsiteY5-652" fmla="*/ 1648460 h 4028440"/>
                <a:gd name="connsiteX6-653" fmla="*/ 3177540 w 5206036"/>
                <a:gd name="connsiteY6-654" fmla="*/ 4020820 h 4028440"/>
                <a:gd name="connsiteX7-655" fmla="*/ 0 w 5206036"/>
                <a:gd name="connsiteY7-656" fmla="*/ 4028440 h 4028440"/>
                <a:gd name="connsiteX0-657" fmla="*/ 0 w 5212905"/>
                <a:gd name="connsiteY0-658" fmla="*/ 4039778 h 4039778"/>
                <a:gd name="connsiteX1-659" fmla="*/ 3272028 w 5212905"/>
                <a:gd name="connsiteY1-660" fmla="*/ 1518574 h 4039778"/>
                <a:gd name="connsiteX2-661" fmla="*/ 599440 w 5212905"/>
                <a:gd name="connsiteY2-662" fmla="*/ 148498 h 4039778"/>
                <a:gd name="connsiteX3-663" fmla="*/ 883920 w 5212905"/>
                <a:gd name="connsiteY3-664" fmla="*/ 11338 h 4039778"/>
                <a:gd name="connsiteX4-665" fmla="*/ 751332 w 5212905"/>
                <a:gd name="connsiteY4-666" fmla="*/ 149514 h 4039778"/>
                <a:gd name="connsiteX5-667" fmla="*/ 5156200 w 5212905"/>
                <a:gd name="connsiteY5-668" fmla="*/ 1659798 h 4039778"/>
                <a:gd name="connsiteX6-669" fmla="*/ 3177540 w 5212905"/>
                <a:gd name="connsiteY6-670" fmla="*/ 4032158 h 4039778"/>
                <a:gd name="connsiteX7-671" fmla="*/ 0 w 5212905"/>
                <a:gd name="connsiteY7-672" fmla="*/ 4039778 h 4039778"/>
                <a:gd name="connsiteX0-673" fmla="*/ 0 w 5212905"/>
                <a:gd name="connsiteY0-674" fmla="*/ 4028440 h 4028440"/>
                <a:gd name="connsiteX1-675" fmla="*/ 3272028 w 5212905"/>
                <a:gd name="connsiteY1-676" fmla="*/ 1507236 h 4028440"/>
                <a:gd name="connsiteX2-677" fmla="*/ 599440 w 5212905"/>
                <a:gd name="connsiteY2-678" fmla="*/ 137160 h 4028440"/>
                <a:gd name="connsiteX3-679" fmla="*/ 883920 w 5212905"/>
                <a:gd name="connsiteY3-680" fmla="*/ 0 h 4028440"/>
                <a:gd name="connsiteX4-681" fmla="*/ 751332 w 5212905"/>
                <a:gd name="connsiteY4-682" fmla="*/ 138176 h 4028440"/>
                <a:gd name="connsiteX5-683" fmla="*/ 5156200 w 5212905"/>
                <a:gd name="connsiteY5-684" fmla="*/ 1648460 h 4028440"/>
                <a:gd name="connsiteX6-685" fmla="*/ 3177540 w 5212905"/>
                <a:gd name="connsiteY6-686" fmla="*/ 4020820 h 4028440"/>
                <a:gd name="connsiteX7-687" fmla="*/ 0 w 5212905"/>
                <a:gd name="connsiteY7-688" fmla="*/ 4028440 h 4028440"/>
                <a:gd name="connsiteX0-689" fmla="*/ 0 w 3602668"/>
                <a:gd name="connsiteY0-690" fmla="*/ 4029775 h 4029775"/>
                <a:gd name="connsiteX1-691" fmla="*/ 3272028 w 3602668"/>
                <a:gd name="connsiteY1-692" fmla="*/ 1508571 h 4029775"/>
                <a:gd name="connsiteX2-693" fmla="*/ 599440 w 3602668"/>
                <a:gd name="connsiteY2-694" fmla="*/ 138495 h 4029775"/>
                <a:gd name="connsiteX3-695" fmla="*/ 883920 w 3602668"/>
                <a:gd name="connsiteY3-696" fmla="*/ 1335 h 4029775"/>
                <a:gd name="connsiteX4-697" fmla="*/ 751332 w 3602668"/>
                <a:gd name="connsiteY4-698" fmla="*/ 139511 h 4029775"/>
                <a:gd name="connsiteX5-699" fmla="*/ 3333496 w 3602668"/>
                <a:gd name="connsiteY5-700" fmla="*/ 1503491 h 4029775"/>
                <a:gd name="connsiteX6-701" fmla="*/ 3177540 w 3602668"/>
                <a:gd name="connsiteY6-702" fmla="*/ 4022155 h 4029775"/>
                <a:gd name="connsiteX7-703" fmla="*/ 0 w 3602668"/>
                <a:gd name="connsiteY7-704" fmla="*/ 4029775 h 4029775"/>
                <a:gd name="connsiteX0-705" fmla="*/ 0 w 3419329"/>
                <a:gd name="connsiteY0-706" fmla="*/ 4029775 h 4029775"/>
                <a:gd name="connsiteX1-707" fmla="*/ 3272028 w 3419329"/>
                <a:gd name="connsiteY1-708" fmla="*/ 1508571 h 4029775"/>
                <a:gd name="connsiteX2-709" fmla="*/ 599440 w 3419329"/>
                <a:gd name="connsiteY2-710" fmla="*/ 138495 h 4029775"/>
                <a:gd name="connsiteX3-711" fmla="*/ 883920 w 3419329"/>
                <a:gd name="connsiteY3-712" fmla="*/ 1335 h 4029775"/>
                <a:gd name="connsiteX4-713" fmla="*/ 751332 w 3419329"/>
                <a:gd name="connsiteY4-714" fmla="*/ 139511 h 4029775"/>
                <a:gd name="connsiteX5-715" fmla="*/ 3333496 w 3419329"/>
                <a:gd name="connsiteY5-716" fmla="*/ 1503491 h 4029775"/>
                <a:gd name="connsiteX6-717" fmla="*/ 3177540 w 3419329"/>
                <a:gd name="connsiteY6-718" fmla="*/ 4022155 h 4029775"/>
                <a:gd name="connsiteX7-719" fmla="*/ 0 w 3419329"/>
                <a:gd name="connsiteY7-720" fmla="*/ 4029775 h 4029775"/>
                <a:gd name="connsiteX0-721" fmla="*/ 0 w 3335183"/>
                <a:gd name="connsiteY0-722" fmla="*/ 4029775 h 4029775"/>
                <a:gd name="connsiteX1-723" fmla="*/ 3272028 w 3335183"/>
                <a:gd name="connsiteY1-724" fmla="*/ 1508571 h 4029775"/>
                <a:gd name="connsiteX2-725" fmla="*/ 599440 w 3335183"/>
                <a:gd name="connsiteY2-726" fmla="*/ 138495 h 4029775"/>
                <a:gd name="connsiteX3-727" fmla="*/ 883920 w 3335183"/>
                <a:gd name="connsiteY3-728" fmla="*/ 1335 h 4029775"/>
                <a:gd name="connsiteX4-729" fmla="*/ 751332 w 3335183"/>
                <a:gd name="connsiteY4-730" fmla="*/ 139511 h 4029775"/>
                <a:gd name="connsiteX5-731" fmla="*/ 3333496 w 3335183"/>
                <a:gd name="connsiteY5-732" fmla="*/ 1503491 h 4029775"/>
                <a:gd name="connsiteX6-733" fmla="*/ 320040 w 3335183"/>
                <a:gd name="connsiteY6-734" fmla="*/ 3991675 h 4029775"/>
                <a:gd name="connsiteX7-735" fmla="*/ 0 w 3335183"/>
                <a:gd name="connsiteY7-736" fmla="*/ 4029775 h 4029775"/>
                <a:gd name="connsiteX0-737" fmla="*/ 0 w 3335549"/>
                <a:gd name="connsiteY0-738" fmla="*/ 4029775 h 4045015"/>
                <a:gd name="connsiteX1-739" fmla="*/ 3272028 w 3335549"/>
                <a:gd name="connsiteY1-740" fmla="*/ 1508571 h 4045015"/>
                <a:gd name="connsiteX2-741" fmla="*/ 599440 w 3335549"/>
                <a:gd name="connsiteY2-742" fmla="*/ 138495 h 4045015"/>
                <a:gd name="connsiteX3-743" fmla="*/ 883920 w 3335549"/>
                <a:gd name="connsiteY3-744" fmla="*/ 1335 h 4045015"/>
                <a:gd name="connsiteX4-745" fmla="*/ 751332 w 3335549"/>
                <a:gd name="connsiteY4-746" fmla="*/ 139511 h 4045015"/>
                <a:gd name="connsiteX5-747" fmla="*/ 3333496 w 3335549"/>
                <a:gd name="connsiteY5-748" fmla="*/ 1503491 h 4045015"/>
                <a:gd name="connsiteX6-749" fmla="*/ 274320 w 3335549"/>
                <a:gd name="connsiteY6-750" fmla="*/ 4045015 h 4045015"/>
                <a:gd name="connsiteX7-751" fmla="*/ 0 w 3335549"/>
                <a:gd name="connsiteY7-752" fmla="*/ 4029775 h 4045015"/>
                <a:gd name="connsiteX0-753" fmla="*/ 0 w 3335549"/>
                <a:gd name="connsiteY0-754" fmla="*/ 4029775 h 4045015"/>
                <a:gd name="connsiteX1-755" fmla="*/ 3272028 w 3335549"/>
                <a:gd name="connsiteY1-756" fmla="*/ 1508571 h 4045015"/>
                <a:gd name="connsiteX2-757" fmla="*/ 599440 w 3335549"/>
                <a:gd name="connsiteY2-758" fmla="*/ 138495 h 4045015"/>
                <a:gd name="connsiteX3-759" fmla="*/ 883920 w 3335549"/>
                <a:gd name="connsiteY3-760" fmla="*/ 1335 h 4045015"/>
                <a:gd name="connsiteX4-761" fmla="*/ 751332 w 3335549"/>
                <a:gd name="connsiteY4-762" fmla="*/ 139511 h 4045015"/>
                <a:gd name="connsiteX5-763" fmla="*/ 3333496 w 3335549"/>
                <a:gd name="connsiteY5-764" fmla="*/ 1503491 h 4045015"/>
                <a:gd name="connsiteX6-765" fmla="*/ 274320 w 3335549"/>
                <a:gd name="connsiteY6-766" fmla="*/ 4045015 h 4045015"/>
                <a:gd name="connsiteX7-767" fmla="*/ 0 w 3335549"/>
                <a:gd name="connsiteY7-768" fmla="*/ 4029775 h 4045015"/>
                <a:gd name="connsiteX0-769" fmla="*/ 0 w 3358392"/>
                <a:gd name="connsiteY0-770" fmla="*/ 4028440 h 4043680"/>
                <a:gd name="connsiteX1-771" fmla="*/ 3272028 w 3358392"/>
                <a:gd name="connsiteY1-772" fmla="*/ 1507236 h 4043680"/>
                <a:gd name="connsiteX2-773" fmla="*/ 599440 w 3358392"/>
                <a:gd name="connsiteY2-774" fmla="*/ 137160 h 4043680"/>
                <a:gd name="connsiteX3-775" fmla="*/ 883920 w 3358392"/>
                <a:gd name="connsiteY3-776" fmla="*/ 0 h 4043680"/>
                <a:gd name="connsiteX4-777" fmla="*/ 751332 w 3358392"/>
                <a:gd name="connsiteY4-778" fmla="*/ 138176 h 4043680"/>
                <a:gd name="connsiteX5-779" fmla="*/ 3356356 w 3358392"/>
                <a:gd name="connsiteY5-780" fmla="*/ 1334516 h 4043680"/>
                <a:gd name="connsiteX6-781" fmla="*/ 274320 w 3358392"/>
                <a:gd name="connsiteY6-782" fmla="*/ 4043680 h 4043680"/>
                <a:gd name="connsiteX7-783" fmla="*/ 0 w 3358392"/>
                <a:gd name="connsiteY7-784" fmla="*/ 4028440 h 4043680"/>
                <a:gd name="connsiteX0-785" fmla="*/ 0 w 3356359"/>
                <a:gd name="connsiteY0-786" fmla="*/ 4028440 h 4043680"/>
                <a:gd name="connsiteX1-787" fmla="*/ 3272028 w 3356359"/>
                <a:gd name="connsiteY1-788" fmla="*/ 1507236 h 4043680"/>
                <a:gd name="connsiteX2-789" fmla="*/ 599440 w 3356359"/>
                <a:gd name="connsiteY2-790" fmla="*/ 137160 h 4043680"/>
                <a:gd name="connsiteX3-791" fmla="*/ 883920 w 3356359"/>
                <a:gd name="connsiteY3-792" fmla="*/ 0 h 4043680"/>
                <a:gd name="connsiteX4-793" fmla="*/ 751332 w 3356359"/>
                <a:gd name="connsiteY4-794" fmla="*/ 138176 h 4043680"/>
                <a:gd name="connsiteX5-795" fmla="*/ 3356356 w 3356359"/>
                <a:gd name="connsiteY5-796" fmla="*/ 1334516 h 4043680"/>
                <a:gd name="connsiteX6-797" fmla="*/ 274320 w 3356359"/>
                <a:gd name="connsiteY6-798" fmla="*/ 4043680 h 4043680"/>
                <a:gd name="connsiteX7-799" fmla="*/ 0 w 3356359"/>
                <a:gd name="connsiteY7-800" fmla="*/ 4028440 h 4043680"/>
                <a:gd name="connsiteX0-801" fmla="*/ 0 w 3356494"/>
                <a:gd name="connsiteY0-802" fmla="*/ 4028440 h 4043680"/>
                <a:gd name="connsiteX1-803" fmla="*/ 3272028 w 3356494"/>
                <a:gd name="connsiteY1-804" fmla="*/ 1507236 h 4043680"/>
                <a:gd name="connsiteX2-805" fmla="*/ 599440 w 3356494"/>
                <a:gd name="connsiteY2-806" fmla="*/ 137160 h 4043680"/>
                <a:gd name="connsiteX3-807" fmla="*/ 883920 w 3356494"/>
                <a:gd name="connsiteY3-808" fmla="*/ 0 h 4043680"/>
                <a:gd name="connsiteX4-809" fmla="*/ 751332 w 3356494"/>
                <a:gd name="connsiteY4-810" fmla="*/ 138176 h 4043680"/>
                <a:gd name="connsiteX5-811" fmla="*/ 3356356 w 3356494"/>
                <a:gd name="connsiteY5-812" fmla="*/ 1334516 h 4043680"/>
                <a:gd name="connsiteX6-813" fmla="*/ 274320 w 3356494"/>
                <a:gd name="connsiteY6-814" fmla="*/ 4043680 h 4043680"/>
                <a:gd name="connsiteX7-815" fmla="*/ 0 w 3356494"/>
                <a:gd name="connsiteY7-816" fmla="*/ 4028440 h 4043680"/>
                <a:gd name="connsiteX0-817" fmla="*/ 0 w 3356494"/>
                <a:gd name="connsiteY0-818" fmla="*/ 4028440 h 4043680"/>
                <a:gd name="connsiteX1-819" fmla="*/ 3272028 w 3356494"/>
                <a:gd name="connsiteY1-820" fmla="*/ 1507236 h 4043680"/>
                <a:gd name="connsiteX2-821" fmla="*/ 599440 w 3356494"/>
                <a:gd name="connsiteY2-822" fmla="*/ 137160 h 4043680"/>
                <a:gd name="connsiteX3-823" fmla="*/ 883920 w 3356494"/>
                <a:gd name="connsiteY3-824" fmla="*/ 0 h 4043680"/>
                <a:gd name="connsiteX4-825" fmla="*/ 751332 w 3356494"/>
                <a:gd name="connsiteY4-826" fmla="*/ 138176 h 4043680"/>
                <a:gd name="connsiteX5-827" fmla="*/ 3356356 w 3356494"/>
                <a:gd name="connsiteY5-828" fmla="*/ 1334516 h 4043680"/>
                <a:gd name="connsiteX6-829" fmla="*/ 274320 w 3356494"/>
                <a:gd name="connsiteY6-830" fmla="*/ 4043680 h 4043680"/>
                <a:gd name="connsiteX7-831" fmla="*/ 0 w 3356494"/>
                <a:gd name="connsiteY7-832" fmla="*/ 4028440 h 4043680"/>
                <a:gd name="connsiteX0-833" fmla="*/ 0 w 3356494"/>
                <a:gd name="connsiteY0-834" fmla="*/ 4028440 h 4043680"/>
                <a:gd name="connsiteX1-835" fmla="*/ 3256788 w 3356494"/>
                <a:gd name="connsiteY1-836" fmla="*/ 1507236 h 4043680"/>
                <a:gd name="connsiteX2-837" fmla="*/ 599440 w 3356494"/>
                <a:gd name="connsiteY2-838" fmla="*/ 137160 h 4043680"/>
                <a:gd name="connsiteX3-839" fmla="*/ 883920 w 3356494"/>
                <a:gd name="connsiteY3-840" fmla="*/ 0 h 4043680"/>
                <a:gd name="connsiteX4-841" fmla="*/ 751332 w 3356494"/>
                <a:gd name="connsiteY4-842" fmla="*/ 138176 h 4043680"/>
                <a:gd name="connsiteX5-843" fmla="*/ 3356356 w 3356494"/>
                <a:gd name="connsiteY5-844" fmla="*/ 1334516 h 4043680"/>
                <a:gd name="connsiteX6-845" fmla="*/ 274320 w 3356494"/>
                <a:gd name="connsiteY6-846" fmla="*/ 4043680 h 4043680"/>
                <a:gd name="connsiteX7-847" fmla="*/ 0 w 3356494"/>
                <a:gd name="connsiteY7-848" fmla="*/ 4028440 h 4043680"/>
                <a:gd name="connsiteX0-849" fmla="*/ 0 w 3348875"/>
                <a:gd name="connsiteY0-850" fmla="*/ 4028440 h 4043680"/>
                <a:gd name="connsiteX1-851" fmla="*/ 3256788 w 3348875"/>
                <a:gd name="connsiteY1-852" fmla="*/ 1507236 h 4043680"/>
                <a:gd name="connsiteX2-853" fmla="*/ 599440 w 3348875"/>
                <a:gd name="connsiteY2-854" fmla="*/ 137160 h 4043680"/>
                <a:gd name="connsiteX3-855" fmla="*/ 883920 w 3348875"/>
                <a:gd name="connsiteY3-856" fmla="*/ 0 h 4043680"/>
                <a:gd name="connsiteX4-857" fmla="*/ 751332 w 3348875"/>
                <a:gd name="connsiteY4-858" fmla="*/ 138176 h 4043680"/>
                <a:gd name="connsiteX5-859" fmla="*/ 3348736 w 3348875"/>
                <a:gd name="connsiteY5-860" fmla="*/ 1418336 h 4043680"/>
                <a:gd name="connsiteX6-861" fmla="*/ 274320 w 3348875"/>
                <a:gd name="connsiteY6-862" fmla="*/ 4043680 h 4043680"/>
                <a:gd name="connsiteX7-863" fmla="*/ 0 w 3348875"/>
                <a:gd name="connsiteY7-864" fmla="*/ 4028440 h 4043680"/>
                <a:gd name="connsiteX0-865" fmla="*/ 0 w 3349305"/>
                <a:gd name="connsiteY0-866" fmla="*/ 4028440 h 4043680"/>
                <a:gd name="connsiteX1-867" fmla="*/ 3256788 w 3349305"/>
                <a:gd name="connsiteY1-868" fmla="*/ 1507236 h 4043680"/>
                <a:gd name="connsiteX2-869" fmla="*/ 599440 w 3349305"/>
                <a:gd name="connsiteY2-870" fmla="*/ 137160 h 4043680"/>
                <a:gd name="connsiteX3-871" fmla="*/ 883920 w 3349305"/>
                <a:gd name="connsiteY3-872" fmla="*/ 0 h 4043680"/>
                <a:gd name="connsiteX4-873" fmla="*/ 751332 w 3349305"/>
                <a:gd name="connsiteY4-874" fmla="*/ 138176 h 4043680"/>
                <a:gd name="connsiteX5-875" fmla="*/ 3348736 w 3349305"/>
                <a:gd name="connsiteY5-876" fmla="*/ 1418336 h 4043680"/>
                <a:gd name="connsiteX6-877" fmla="*/ 274320 w 3349305"/>
                <a:gd name="connsiteY6-878" fmla="*/ 4043680 h 4043680"/>
                <a:gd name="connsiteX7-879" fmla="*/ 0 w 3349305"/>
                <a:gd name="connsiteY7-880" fmla="*/ 4028440 h 4043680"/>
                <a:gd name="connsiteX0-881" fmla="*/ 0 w 3349225"/>
                <a:gd name="connsiteY0-882" fmla="*/ 4028440 h 4043680"/>
                <a:gd name="connsiteX1-883" fmla="*/ 3256788 w 3349225"/>
                <a:gd name="connsiteY1-884" fmla="*/ 1507236 h 4043680"/>
                <a:gd name="connsiteX2-885" fmla="*/ 599440 w 3349225"/>
                <a:gd name="connsiteY2-886" fmla="*/ 137160 h 4043680"/>
                <a:gd name="connsiteX3-887" fmla="*/ 883920 w 3349225"/>
                <a:gd name="connsiteY3-888" fmla="*/ 0 h 4043680"/>
                <a:gd name="connsiteX4-889" fmla="*/ 751332 w 3349225"/>
                <a:gd name="connsiteY4-890" fmla="*/ 138176 h 4043680"/>
                <a:gd name="connsiteX5-891" fmla="*/ 3348736 w 3349225"/>
                <a:gd name="connsiteY5-892" fmla="*/ 1418336 h 4043680"/>
                <a:gd name="connsiteX6-893" fmla="*/ 274320 w 3349225"/>
                <a:gd name="connsiteY6-894" fmla="*/ 4043680 h 4043680"/>
                <a:gd name="connsiteX7-895" fmla="*/ 0 w 3349225"/>
                <a:gd name="connsiteY7-896" fmla="*/ 4028440 h 4043680"/>
                <a:gd name="connsiteX0-897" fmla="*/ 0 w 3349225"/>
                <a:gd name="connsiteY0-898" fmla="*/ 4028440 h 4043680"/>
                <a:gd name="connsiteX1-899" fmla="*/ 3256788 w 3349225"/>
                <a:gd name="connsiteY1-900" fmla="*/ 1507236 h 4043680"/>
                <a:gd name="connsiteX2-901" fmla="*/ 599440 w 3349225"/>
                <a:gd name="connsiteY2-902" fmla="*/ 137160 h 4043680"/>
                <a:gd name="connsiteX3-903" fmla="*/ 883920 w 3349225"/>
                <a:gd name="connsiteY3-904" fmla="*/ 0 h 4043680"/>
                <a:gd name="connsiteX4-905" fmla="*/ 751332 w 3349225"/>
                <a:gd name="connsiteY4-906" fmla="*/ 138176 h 4043680"/>
                <a:gd name="connsiteX5-907" fmla="*/ 3348736 w 3349225"/>
                <a:gd name="connsiteY5-908" fmla="*/ 1418336 h 4043680"/>
                <a:gd name="connsiteX6-909" fmla="*/ 274320 w 3349225"/>
                <a:gd name="connsiteY6-910" fmla="*/ 4043680 h 4043680"/>
                <a:gd name="connsiteX7-911" fmla="*/ 0 w 3349225"/>
                <a:gd name="connsiteY7-912" fmla="*/ 4028440 h 4043680"/>
                <a:gd name="connsiteX0-913" fmla="*/ 0 w 3349225"/>
                <a:gd name="connsiteY0-914" fmla="*/ 4028440 h 4043680"/>
                <a:gd name="connsiteX1-915" fmla="*/ 3256788 w 3349225"/>
                <a:gd name="connsiteY1-916" fmla="*/ 1507236 h 4043680"/>
                <a:gd name="connsiteX2-917" fmla="*/ 652780 w 3349225"/>
                <a:gd name="connsiteY2-918" fmla="*/ 190500 h 4043680"/>
                <a:gd name="connsiteX3-919" fmla="*/ 883920 w 3349225"/>
                <a:gd name="connsiteY3-920" fmla="*/ 0 h 4043680"/>
                <a:gd name="connsiteX4-921" fmla="*/ 751332 w 3349225"/>
                <a:gd name="connsiteY4-922" fmla="*/ 138176 h 4043680"/>
                <a:gd name="connsiteX5-923" fmla="*/ 3348736 w 3349225"/>
                <a:gd name="connsiteY5-924" fmla="*/ 1418336 h 4043680"/>
                <a:gd name="connsiteX6-925" fmla="*/ 274320 w 3349225"/>
                <a:gd name="connsiteY6-926" fmla="*/ 4043680 h 4043680"/>
                <a:gd name="connsiteX7-927" fmla="*/ 0 w 3349225"/>
                <a:gd name="connsiteY7-928" fmla="*/ 4028440 h 4043680"/>
                <a:gd name="connsiteX0-929" fmla="*/ 0 w 3350177"/>
                <a:gd name="connsiteY0-930" fmla="*/ 4028440 h 4043680"/>
                <a:gd name="connsiteX1-931" fmla="*/ 3256788 w 3350177"/>
                <a:gd name="connsiteY1-932" fmla="*/ 1507236 h 4043680"/>
                <a:gd name="connsiteX2-933" fmla="*/ 652780 w 3350177"/>
                <a:gd name="connsiteY2-934" fmla="*/ 190500 h 4043680"/>
                <a:gd name="connsiteX3-935" fmla="*/ 883920 w 3350177"/>
                <a:gd name="connsiteY3-936" fmla="*/ 0 h 4043680"/>
                <a:gd name="connsiteX4-937" fmla="*/ 708152 w 3350177"/>
                <a:gd name="connsiteY4-938" fmla="*/ 171196 h 4043680"/>
                <a:gd name="connsiteX5-939" fmla="*/ 3348736 w 3350177"/>
                <a:gd name="connsiteY5-940" fmla="*/ 1418336 h 4043680"/>
                <a:gd name="connsiteX6-941" fmla="*/ 274320 w 3350177"/>
                <a:gd name="connsiteY6-942" fmla="*/ 4043680 h 4043680"/>
                <a:gd name="connsiteX7-943" fmla="*/ 0 w 3350177"/>
                <a:gd name="connsiteY7-944" fmla="*/ 4028440 h 4043680"/>
                <a:gd name="connsiteX0-945" fmla="*/ 0 w 3350177"/>
                <a:gd name="connsiteY0-946" fmla="*/ 4028440 h 4043680"/>
                <a:gd name="connsiteX1-947" fmla="*/ 3256788 w 3350177"/>
                <a:gd name="connsiteY1-948" fmla="*/ 1507236 h 4043680"/>
                <a:gd name="connsiteX2-949" fmla="*/ 652780 w 3350177"/>
                <a:gd name="connsiteY2-950" fmla="*/ 190500 h 4043680"/>
                <a:gd name="connsiteX3-951" fmla="*/ 883920 w 3350177"/>
                <a:gd name="connsiteY3-952" fmla="*/ 0 h 4043680"/>
                <a:gd name="connsiteX4-953" fmla="*/ 708152 w 3350177"/>
                <a:gd name="connsiteY4-954" fmla="*/ 171196 h 4043680"/>
                <a:gd name="connsiteX5-955" fmla="*/ 3348736 w 3350177"/>
                <a:gd name="connsiteY5-956" fmla="*/ 1418336 h 4043680"/>
                <a:gd name="connsiteX6-957" fmla="*/ 274320 w 3350177"/>
                <a:gd name="connsiteY6-958" fmla="*/ 4043680 h 4043680"/>
                <a:gd name="connsiteX7-959" fmla="*/ 0 w 3350177"/>
                <a:gd name="connsiteY7-960" fmla="*/ 4028440 h 4043680"/>
                <a:gd name="connsiteX0-961" fmla="*/ 0 w 3351595"/>
                <a:gd name="connsiteY0-962" fmla="*/ 4028440 h 4043680"/>
                <a:gd name="connsiteX1-963" fmla="*/ 3256788 w 3351595"/>
                <a:gd name="connsiteY1-964" fmla="*/ 1507236 h 4043680"/>
                <a:gd name="connsiteX2-965" fmla="*/ 652780 w 3351595"/>
                <a:gd name="connsiteY2-966" fmla="*/ 190500 h 4043680"/>
                <a:gd name="connsiteX3-967" fmla="*/ 883920 w 3351595"/>
                <a:gd name="connsiteY3-968" fmla="*/ 0 h 4043680"/>
                <a:gd name="connsiteX4-969" fmla="*/ 708152 w 3351595"/>
                <a:gd name="connsiteY4-970" fmla="*/ 171196 h 4043680"/>
                <a:gd name="connsiteX5-971" fmla="*/ 3348736 w 3351595"/>
                <a:gd name="connsiteY5-972" fmla="*/ 1418336 h 4043680"/>
                <a:gd name="connsiteX6-973" fmla="*/ 274320 w 3351595"/>
                <a:gd name="connsiteY6-974" fmla="*/ 4043680 h 4043680"/>
                <a:gd name="connsiteX7-975" fmla="*/ 0 w 3351595"/>
                <a:gd name="connsiteY7-976" fmla="*/ 4028440 h 4043680"/>
                <a:gd name="connsiteX0-977" fmla="*/ 0 w 3351595"/>
                <a:gd name="connsiteY0-978" fmla="*/ 4028440 h 4043680"/>
                <a:gd name="connsiteX1-979" fmla="*/ 3256788 w 3351595"/>
                <a:gd name="connsiteY1-980" fmla="*/ 1507236 h 4043680"/>
                <a:gd name="connsiteX2-981" fmla="*/ 652780 w 3351595"/>
                <a:gd name="connsiteY2-982" fmla="*/ 190500 h 4043680"/>
                <a:gd name="connsiteX3-983" fmla="*/ 883920 w 3351595"/>
                <a:gd name="connsiteY3-984" fmla="*/ 0 h 4043680"/>
                <a:gd name="connsiteX4-985" fmla="*/ 708152 w 3351595"/>
                <a:gd name="connsiteY4-986" fmla="*/ 171196 h 4043680"/>
                <a:gd name="connsiteX5-987" fmla="*/ 3348736 w 3351595"/>
                <a:gd name="connsiteY5-988" fmla="*/ 1418336 h 4043680"/>
                <a:gd name="connsiteX6-989" fmla="*/ 274320 w 3351595"/>
                <a:gd name="connsiteY6-990" fmla="*/ 4043680 h 4043680"/>
                <a:gd name="connsiteX7-991" fmla="*/ 0 w 3351595"/>
                <a:gd name="connsiteY7-992" fmla="*/ 4028440 h 4043680"/>
                <a:gd name="connsiteX0-993" fmla="*/ 0 w 3351595"/>
                <a:gd name="connsiteY0-994" fmla="*/ 4028440 h 4043680"/>
                <a:gd name="connsiteX1-995" fmla="*/ 3256788 w 3351595"/>
                <a:gd name="connsiteY1-996" fmla="*/ 1507236 h 4043680"/>
                <a:gd name="connsiteX2-997" fmla="*/ 652780 w 3351595"/>
                <a:gd name="connsiteY2-998" fmla="*/ 190500 h 4043680"/>
                <a:gd name="connsiteX3-999" fmla="*/ 883920 w 3351595"/>
                <a:gd name="connsiteY3-1000" fmla="*/ 0 h 4043680"/>
                <a:gd name="connsiteX4-1001" fmla="*/ 708152 w 3351595"/>
                <a:gd name="connsiteY4-1002" fmla="*/ 171196 h 4043680"/>
                <a:gd name="connsiteX5-1003" fmla="*/ 3348736 w 3351595"/>
                <a:gd name="connsiteY5-1004" fmla="*/ 1418336 h 4043680"/>
                <a:gd name="connsiteX6-1005" fmla="*/ 274320 w 3351595"/>
                <a:gd name="connsiteY6-1006" fmla="*/ 4043680 h 4043680"/>
                <a:gd name="connsiteX7-1007" fmla="*/ 0 w 3351595"/>
                <a:gd name="connsiteY7-1008" fmla="*/ 4028440 h 4043680"/>
                <a:gd name="connsiteX0-1009" fmla="*/ 0 w 3351595"/>
                <a:gd name="connsiteY0-1010" fmla="*/ 4028440 h 4043680"/>
                <a:gd name="connsiteX1-1011" fmla="*/ 3256788 w 3351595"/>
                <a:gd name="connsiteY1-1012" fmla="*/ 1507236 h 4043680"/>
                <a:gd name="connsiteX2-1013" fmla="*/ 652780 w 3351595"/>
                <a:gd name="connsiteY2-1014" fmla="*/ 190500 h 4043680"/>
                <a:gd name="connsiteX3-1015" fmla="*/ 883920 w 3351595"/>
                <a:gd name="connsiteY3-1016" fmla="*/ 0 h 4043680"/>
                <a:gd name="connsiteX4-1017" fmla="*/ 708152 w 3351595"/>
                <a:gd name="connsiteY4-1018" fmla="*/ 171196 h 4043680"/>
                <a:gd name="connsiteX5-1019" fmla="*/ 3348736 w 3351595"/>
                <a:gd name="connsiteY5-1020" fmla="*/ 1418336 h 4043680"/>
                <a:gd name="connsiteX6-1021" fmla="*/ 274320 w 3351595"/>
                <a:gd name="connsiteY6-1022" fmla="*/ 4043680 h 4043680"/>
                <a:gd name="connsiteX7-1023" fmla="*/ 0 w 3351595"/>
                <a:gd name="connsiteY7-1024" fmla="*/ 4028440 h 4043680"/>
                <a:gd name="connsiteX0-1025" fmla="*/ 0 w 3351595"/>
                <a:gd name="connsiteY0-1026" fmla="*/ 4028440 h 4043680"/>
                <a:gd name="connsiteX1-1027" fmla="*/ 3256788 w 3351595"/>
                <a:gd name="connsiteY1-1028" fmla="*/ 1507236 h 4043680"/>
                <a:gd name="connsiteX2-1029" fmla="*/ 652780 w 3351595"/>
                <a:gd name="connsiteY2-1030" fmla="*/ 190500 h 4043680"/>
                <a:gd name="connsiteX3-1031" fmla="*/ 883920 w 3351595"/>
                <a:gd name="connsiteY3-1032" fmla="*/ 0 h 4043680"/>
                <a:gd name="connsiteX4-1033" fmla="*/ 708152 w 3351595"/>
                <a:gd name="connsiteY4-1034" fmla="*/ 171196 h 4043680"/>
                <a:gd name="connsiteX5-1035" fmla="*/ 3348736 w 3351595"/>
                <a:gd name="connsiteY5-1036" fmla="*/ 1418336 h 4043680"/>
                <a:gd name="connsiteX6-1037" fmla="*/ 274320 w 3351595"/>
                <a:gd name="connsiteY6-1038" fmla="*/ 4043680 h 4043680"/>
                <a:gd name="connsiteX7-1039" fmla="*/ 0 w 3351595"/>
                <a:gd name="connsiteY7-1040" fmla="*/ 4028440 h 404368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3351595" h="4043680">
                  <a:moveTo>
                    <a:pt x="0" y="4028440"/>
                  </a:moveTo>
                  <a:cubicBezTo>
                    <a:pt x="1417320" y="3258820"/>
                    <a:pt x="2995591" y="2355173"/>
                    <a:pt x="3256788" y="1507236"/>
                  </a:cubicBezTo>
                  <a:cubicBezTo>
                    <a:pt x="3517985" y="659299"/>
                    <a:pt x="727246" y="237425"/>
                    <a:pt x="652780" y="190500"/>
                  </a:cubicBezTo>
                  <a:cubicBezTo>
                    <a:pt x="578314" y="143575"/>
                    <a:pt x="717973" y="71120"/>
                    <a:pt x="883920" y="0"/>
                  </a:cubicBezTo>
                  <a:cubicBezTo>
                    <a:pt x="792480" y="64347"/>
                    <a:pt x="667000" y="129361"/>
                    <a:pt x="708152" y="171196"/>
                  </a:cubicBezTo>
                  <a:cubicBezTo>
                    <a:pt x="749304" y="213031"/>
                    <a:pt x="3451521" y="569722"/>
                    <a:pt x="3348736" y="1418336"/>
                  </a:cubicBezTo>
                  <a:cubicBezTo>
                    <a:pt x="3245951" y="2266950"/>
                    <a:pt x="1325033" y="3428153"/>
                    <a:pt x="274320" y="4043680"/>
                  </a:cubicBezTo>
                  <a:lnTo>
                    <a:pt x="0" y="40284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126085" y="4157013"/>
            <a:ext cx="1132827" cy="2150066"/>
            <a:chOff x="3449638" y="2787650"/>
            <a:chExt cx="1270000" cy="2410416"/>
          </a:xfrm>
        </p:grpSpPr>
        <p:sp>
          <p:nvSpPr>
            <p:cNvPr id="17" name="矩形 16"/>
            <p:cNvSpPr/>
            <p:nvPr/>
          </p:nvSpPr>
          <p:spPr>
            <a:xfrm>
              <a:off x="4045505" y="4015379"/>
              <a:ext cx="78266" cy="11826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reflection blurRad="76200" stA="52000" endA="300" endPos="16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0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</a:t>
              </a: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11113" cap="flat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Freeform 5"/>
            <p:cNvSpPr/>
            <p:nvPr/>
          </p:nvSpPr>
          <p:spPr bwMode="auto">
            <a:xfrm>
              <a:off x="3590735" y="2928395"/>
              <a:ext cx="987806" cy="985336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833989" y="2878067"/>
            <a:ext cx="911348" cy="1581979"/>
            <a:chOff x="3449638" y="2787650"/>
            <a:chExt cx="1270000" cy="2204550"/>
          </a:xfrm>
        </p:grpSpPr>
        <p:sp>
          <p:nvSpPr>
            <p:cNvPr id="25" name="矩形 24"/>
            <p:cNvSpPr/>
            <p:nvPr/>
          </p:nvSpPr>
          <p:spPr>
            <a:xfrm>
              <a:off x="4045505" y="4015377"/>
              <a:ext cx="67610" cy="97682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reflection blurRad="76200" stA="52000" endA="300" endPos="16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8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  <a:ln w="0">
              <a:solidFill>
                <a:schemeClr val="accent2">
                  <a:lumMod val="7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</a:t>
              </a:r>
            </a:p>
          </p:txBody>
        </p:sp>
        <p:sp>
          <p:nvSpPr>
            <p:cNvPr id="27" name="Freeform 6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11113" cap="flat">
              <a:solidFill>
                <a:schemeClr val="accent2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3590735" y="2928395"/>
              <a:ext cx="987806" cy="985336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811502" y="3319080"/>
            <a:ext cx="817562" cy="1551704"/>
            <a:chOff x="3449638" y="2787650"/>
            <a:chExt cx="1270000" cy="2410416"/>
          </a:xfrm>
        </p:grpSpPr>
        <p:sp>
          <p:nvSpPr>
            <p:cNvPr id="30" name="矩形 29"/>
            <p:cNvSpPr/>
            <p:nvPr/>
          </p:nvSpPr>
          <p:spPr>
            <a:xfrm>
              <a:off x="4045505" y="4015379"/>
              <a:ext cx="78266" cy="11826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reflection blurRad="76200" stA="52000" endA="300" endPos="16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5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0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</a:t>
              </a:r>
            </a:p>
          </p:txBody>
        </p:sp>
        <p:sp>
          <p:nvSpPr>
            <p:cNvPr id="32" name="Freeform 6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11113" cap="flat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3" name="Freeform 5"/>
            <p:cNvSpPr/>
            <p:nvPr/>
          </p:nvSpPr>
          <p:spPr bwMode="auto">
            <a:xfrm>
              <a:off x="3590735" y="2928395"/>
              <a:ext cx="987806" cy="985336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55055" y="1559097"/>
            <a:ext cx="653439" cy="1240204"/>
            <a:chOff x="3449638" y="2787650"/>
            <a:chExt cx="1270000" cy="2410416"/>
          </a:xfrm>
        </p:grpSpPr>
        <p:sp>
          <p:nvSpPr>
            <p:cNvPr id="35" name="矩形 34"/>
            <p:cNvSpPr/>
            <p:nvPr/>
          </p:nvSpPr>
          <p:spPr>
            <a:xfrm>
              <a:off x="4045505" y="4015379"/>
              <a:ext cx="78266" cy="11826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reflection blurRad="76200" stA="52000" endA="300" endPos="16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5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0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XXX</a:t>
              </a:r>
            </a:p>
          </p:txBody>
        </p:sp>
        <p:sp>
          <p:nvSpPr>
            <p:cNvPr id="37" name="Freeform 6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11113" cap="flat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/>
            </a:p>
          </p:txBody>
        </p:sp>
        <p:sp>
          <p:nvSpPr>
            <p:cNvPr id="38" name="Freeform 5"/>
            <p:cNvSpPr/>
            <p:nvPr/>
          </p:nvSpPr>
          <p:spPr bwMode="auto">
            <a:xfrm>
              <a:off x="3590735" y="2928395"/>
              <a:ext cx="987806" cy="985336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400"/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982977" y="4402009"/>
            <a:ext cx="2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XXXXXXXXXX</a:t>
            </a:r>
            <a:r>
              <a:rPr lang="en-US" dirty="0"/>
              <a:t>XXXXXXXXXXXXXX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691067" y="3396293"/>
            <a:ext cx="2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XXXXXXXXXX</a:t>
            </a:r>
            <a:r>
              <a:rPr lang="en-US" dirty="0"/>
              <a:t>XXXXXXXXXXXXXX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321728" y="4711455"/>
            <a:ext cx="1497500" cy="2146545"/>
            <a:chOff x="3449638" y="2787650"/>
            <a:chExt cx="1270000" cy="1820442"/>
          </a:xfrm>
        </p:grpSpPr>
        <p:sp>
          <p:nvSpPr>
            <p:cNvPr id="20" name="矩形 19"/>
            <p:cNvSpPr/>
            <p:nvPr/>
          </p:nvSpPr>
          <p:spPr>
            <a:xfrm>
              <a:off x="4045505" y="4015379"/>
              <a:ext cx="72193" cy="59271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reflection blurRad="76200" stA="52000" endA="300" endPos="16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 w="0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XXX</a:t>
              </a:r>
            </a:p>
          </p:txBody>
        </p:sp>
        <p:sp>
          <p:nvSpPr>
            <p:cNvPr id="22" name="Freeform 6"/>
            <p:cNvSpPr/>
            <p:nvPr/>
          </p:nvSpPr>
          <p:spPr bwMode="auto">
            <a:xfrm>
              <a:off x="3449638" y="2787650"/>
              <a:ext cx="1270000" cy="1266825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11113" cap="flat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" name="Freeform 5"/>
            <p:cNvSpPr/>
            <p:nvPr/>
          </p:nvSpPr>
          <p:spPr bwMode="auto">
            <a:xfrm>
              <a:off x="3590735" y="2928395"/>
              <a:ext cx="987806" cy="985336"/>
            </a:xfrm>
            <a:custGeom>
              <a:avLst/>
              <a:gdLst>
                <a:gd name="T0" fmla="*/ 1433 w 3137"/>
                <a:gd name="T1" fmla="*/ 75 h 3137"/>
                <a:gd name="T2" fmla="*/ 1704 w 3137"/>
                <a:gd name="T3" fmla="*/ 75 h 3137"/>
                <a:gd name="T4" fmla="*/ 3062 w 3137"/>
                <a:gd name="T5" fmla="*/ 1433 h 3137"/>
                <a:gd name="T6" fmla="*/ 3062 w 3137"/>
                <a:gd name="T7" fmla="*/ 1704 h 3137"/>
                <a:gd name="T8" fmla="*/ 1704 w 3137"/>
                <a:gd name="T9" fmla="*/ 3062 h 3137"/>
                <a:gd name="T10" fmla="*/ 1433 w 3137"/>
                <a:gd name="T11" fmla="*/ 3062 h 3137"/>
                <a:gd name="T12" fmla="*/ 75 w 3137"/>
                <a:gd name="T13" fmla="*/ 1704 h 3137"/>
                <a:gd name="T14" fmla="*/ 75 w 3137"/>
                <a:gd name="T15" fmla="*/ 1433 h 3137"/>
                <a:gd name="T16" fmla="*/ 1433 w 3137"/>
                <a:gd name="T17" fmla="*/ 75 h 3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7" h="3137">
                  <a:moveTo>
                    <a:pt x="1433" y="75"/>
                  </a:moveTo>
                  <a:cubicBezTo>
                    <a:pt x="1508" y="0"/>
                    <a:pt x="1629" y="0"/>
                    <a:pt x="1704" y="75"/>
                  </a:cubicBezTo>
                  <a:lnTo>
                    <a:pt x="3062" y="1433"/>
                  </a:lnTo>
                  <a:cubicBezTo>
                    <a:pt x="3137" y="1508"/>
                    <a:pt x="3137" y="1629"/>
                    <a:pt x="3062" y="1704"/>
                  </a:cubicBezTo>
                  <a:lnTo>
                    <a:pt x="1704" y="3062"/>
                  </a:lnTo>
                  <a:cubicBezTo>
                    <a:pt x="1629" y="3137"/>
                    <a:pt x="1508" y="3137"/>
                    <a:pt x="1433" y="3062"/>
                  </a:cubicBezTo>
                  <a:lnTo>
                    <a:pt x="75" y="1704"/>
                  </a:lnTo>
                  <a:cubicBezTo>
                    <a:pt x="0" y="1629"/>
                    <a:pt x="0" y="1508"/>
                    <a:pt x="75" y="1433"/>
                  </a:cubicBezTo>
                  <a:lnTo>
                    <a:pt x="1433" y="75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8004319" y="5154659"/>
            <a:ext cx="2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XXXXXXXXXX</a:t>
            </a:r>
            <a:r>
              <a:rPr lang="en-US" dirty="0"/>
              <a:t>XXXXXXXXXXXXXX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798889" y="3017032"/>
            <a:ext cx="2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XXXXXXXXXX</a:t>
            </a:r>
            <a:r>
              <a:rPr lang="en-US" dirty="0"/>
              <a:t>XXXXXXXXXXXXXX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7601721" y="1552052"/>
            <a:ext cx="2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XXXXXXXXXX</a:t>
            </a:r>
            <a:r>
              <a:rPr lang="en-US" dirty="0"/>
              <a:t>XXXXXXXXXXXXXX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4981936" y="1139270"/>
            <a:ext cx="1340992" cy="1400537"/>
            <a:chOff x="5058136" y="1632030"/>
            <a:chExt cx="1340992" cy="1400537"/>
          </a:xfrm>
        </p:grpSpPr>
        <p:sp>
          <p:nvSpPr>
            <p:cNvPr id="40" name="椭圆 39"/>
            <p:cNvSpPr/>
            <p:nvPr/>
          </p:nvSpPr>
          <p:spPr>
            <a:xfrm>
              <a:off x="5473153" y="2893671"/>
              <a:ext cx="925975" cy="138896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2000"/>
              </a:schemeClr>
            </a:soli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058136" y="1632030"/>
              <a:ext cx="1331089" cy="133108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XXXX</a:t>
              </a: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462988" y="1295122"/>
            <a:ext cx="274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XXXXXXXXXXXXXXXXXXXXXX</a:t>
            </a:r>
            <a:endParaRPr lang="en-US" sz="2400" b="1" dirty="0"/>
          </a:p>
        </p:txBody>
      </p:sp>
      <p:grpSp>
        <p:nvGrpSpPr>
          <p:cNvPr id="55" name="组合 54"/>
          <p:cNvGrpSpPr/>
          <p:nvPr/>
        </p:nvGrpSpPr>
        <p:grpSpPr>
          <a:xfrm>
            <a:off x="0" y="2199473"/>
            <a:ext cx="4292600" cy="101600"/>
            <a:chOff x="0" y="2199473"/>
            <a:chExt cx="4292600" cy="1016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0" y="2199473"/>
              <a:ext cx="4292600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0" y="2301073"/>
              <a:ext cx="2667000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阿里巴巴普惠体 B</vt:lpstr>
      <vt:lpstr>等线</vt:lpstr>
      <vt:lpstr>Arial</vt:lpstr>
      <vt:lpstr>1_Office 主题​​</vt:lpstr>
      <vt:lpstr>幻灯片版式库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