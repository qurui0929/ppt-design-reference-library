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5" r:id="rId1"/>
  </p:sldMasterIdLst>
  <p:notesMasterIdLst>
    <p:notesMasterId r:id="rId3"/>
  </p:notesMasterIdLst>
  <p:sldIdLst>
    <p:sldId id="14998445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时间轴" id="{35CCC74F-9AA7-4F7A-B0AE-F5B4A820F5C6}">
          <p14:sldIdLst/>
        </p14:section>
        <p14:section name="架构图" id="{C85D5F5B-A6BB-4A44-9337-2017C9568A40}">
          <p14:sldIdLst>
            <p14:sldId id="14998445"/>
          </p14:sldIdLst>
        </p14:section>
        <p14:section name="进度" id="{1A0F9DCD-485B-404A-83A8-981FD30C5F4A}">
          <p14:sldIdLst/>
        </p14:section>
        <p14:section name="甘特图" id="{4EA0CB08-B7D8-4FAB-8AA5-58774DE0CD2F}">
          <p14:sldIdLst/>
        </p14:section>
        <p14:section name="鱼骨" id="{FA916AE7-E5A0-4CB0-A826-548573838798}">
          <p14:sldIdLst/>
        </p14:section>
        <p14:section name="组织架构图" id="{4B471BE2-6697-42DA-B837-04BF1ED0965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240" userDrawn="1">
          <p15:clr>
            <a:srgbClr val="A4A3A4"/>
          </p15:clr>
        </p15:guide>
        <p15:guide id="2" pos="37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E6F1"/>
    <a:srgbClr val="5AF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50" y="114"/>
      </p:cViewPr>
      <p:guideLst>
        <p:guide orient="horz" pos="2240"/>
        <p:guide pos="37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0645F-F844-4F3C-977D-C485AB7F7159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3FC3EB-05EF-4FC1-94EE-F06643B446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7259B0-DA0F-4590-A7C1-37275E3089D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/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C540-3548-40A4-A9CD-B07B5CEDD748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9B51-D50E-490C-99DA-DF5B056B75E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C540-3548-40A4-A9CD-B07B5CEDD748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9B51-D50E-490C-99DA-DF5B056B75E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C540-3548-40A4-A9CD-B07B5CEDD748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9B51-D50E-490C-99DA-DF5B056B75E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C540-3548-40A4-A9CD-B07B5CEDD748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9B51-D50E-490C-99DA-DF5B056B75E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C540-3548-40A4-A9CD-B07B5CEDD748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9B51-D50E-490C-99DA-DF5B056B75E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C540-3548-40A4-A9CD-B07B5CEDD748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9B51-D50E-490C-99DA-DF5B056B75E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C540-3548-40A4-A9CD-B07B5CEDD748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9B51-D50E-490C-99DA-DF5B056B75E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C540-3548-40A4-A9CD-B07B5CEDD748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9B51-D50E-490C-99DA-DF5B056B75E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C540-3548-40A4-A9CD-B07B5CEDD748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9B51-D50E-490C-99DA-DF5B056B75E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C540-3548-40A4-A9CD-B07B5CEDD748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9B51-D50E-490C-99DA-DF5B056B75E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C540-3548-40A4-A9CD-B07B5CEDD748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9B51-D50E-490C-99DA-DF5B056B75E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FC540-3548-40A4-A9CD-B07B5CEDD748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F9B51-D50E-490C-99DA-DF5B056B75E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矩形: 圆角 166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27000">
                <a:srgbClr val="629CBE">
                  <a:alpha val="16000"/>
                </a:srgbClr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左大括号 43"/>
          <p:cNvSpPr/>
          <p:nvPr/>
        </p:nvSpPr>
        <p:spPr>
          <a:xfrm rot="5400000">
            <a:off x="5776798" y="-1078943"/>
            <a:ext cx="638404" cy="9004594"/>
          </a:xfrm>
          <a:prstGeom prst="leftBrace">
            <a:avLst>
              <a:gd name="adj1" fmla="val 59508"/>
              <a:gd name="adj2" fmla="val 50000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1" name="左大括号 50"/>
          <p:cNvSpPr/>
          <p:nvPr/>
        </p:nvSpPr>
        <p:spPr>
          <a:xfrm rot="5400000">
            <a:off x="5776798" y="722009"/>
            <a:ext cx="638404" cy="5402690"/>
          </a:xfrm>
          <a:prstGeom prst="leftBrace">
            <a:avLst>
              <a:gd name="adj1" fmla="val 59508"/>
              <a:gd name="adj2" fmla="val 50000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2" name="左大括号 51"/>
          <p:cNvSpPr/>
          <p:nvPr/>
        </p:nvSpPr>
        <p:spPr>
          <a:xfrm rot="5400000">
            <a:off x="5776798" y="2522959"/>
            <a:ext cx="638404" cy="1800790"/>
          </a:xfrm>
          <a:prstGeom prst="leftBrace">
            <a:avLst>
              <a:gd name="adj1" fmla="val 59508"/>
              <a:gd name="adj2" fmla="val 50000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877948" y="3864385"/>
            <a:ext cx="1431511" cy="508847"/>
          </a:xfrm>
          <a:prstGeom prst="roundRect">
            <a:avLst>
              <a:gd name="adj" fmla="val 50000"/>
            </a:avLst>
          </a:prstGeom>
          <a:gradFill>
            <a:gsLst>
              <a:gs pos="90000">
                <a:srgbClr val="64A8CB">
                  <a:lumMod val="95000"/>
                </a:srgbClr>
              </a:gs>
              <a:gs pos="3000">
                <a:srgbClr val="64A8CB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6" name="矩形: 圆角 45"/>
          <p:cNvSpPr/>
          <p:nvPr/>
        </p:nvSpPr>
        <p:spPr>
          <a:xfrm>
            <a:off x="2678867" y="3864385"/>
            <a:ext cx="1431511" cy="508847"/>
          </a:xfrm>
          <a:prstGeom prst="roundRect">
            <a:avLst>
              <a:gd name="adj" fmla="val 50000"/>
            </a:avLst>
          </a:prstGeom>
          <a:gradFill>
            <a:gsLst>
              <a:gs pos="90000">
                <a:srgbClr val="64A8CB">
                  <a:lumMod val="95000"/>
                </a:srgbClr>
              </a:gs>
              <a:gs pos="3000">
                <a:srgbClr val="64A8CB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4479786" y="3864385"/>
            <a:ext cx="1431511" cy="508847"/>
          </a:xfrm>
          <a:prstGeom prst="roundRect">
            <a:avLst>
              <a:gd name="adj" fmla="val 50000"/>
            </a:avLst>
          </a:prstGeom>
          <a:gradFill>
            <a:gsLst>
              <a:gs pos="90000">
                <a:srgbClr val="64A8CB">
                  <a:lumMod val="95000"/>
                </a:srgbClr>
              </a:gs>
              <a:gs pos="3000">
                <a:srgbClr val="64A8CB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6280705" y="3864385"/>
            <a:ext cx="1431511" cy="508847"/>
          </a:xfrm>
          <a:prstGeom prst="roundRect">
            <a:avLst>
              <a:gd name="adj" fmla="val 50000"/>
            </a:avLst>
          </a:prstGeom>
          <a:gradFill>
            <a:gsLst>
              <a:gs pos="90000">
                <a:srgbClr val="64A8CB">
                  <a:lumMod val="95000"/>
                </a:srgbClr>
              </a:gs>
              <a:gs pos="3000">
                <a:srgbClr val="64A8CB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矩形: 圆角 48"/>
          <p:cNvSpPr/>
          <p:nvPr/>
        </p:nvSpPr>
        <p:spPr>
          <a:xfrm>
            <a:off x="8081624" y="3864385"/>
            <a:ext cx="1431511" cy="508847"/>
          </a:xfrm>
          <a:prstGeom prst="roundRect">
            <a:avLst>
              <a:gd name="adj" fmla="val 50000"/>
            </a:avLst>
          </a:prstGeom>
          <a:gradFill>
            <a:gsLst>
              <a:gs pos="90000">
                <a:srgbClr val="64A8CB">
                  <a:lumMod val="95000"/>
                </a:srgbClr>
              </a:gs>
              <a:gs pos="3000">
                <a:srgbClr val="64A8CB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9882542" y="3864385"/>
            <a:ext cx="1431511" cy="508847"/>
          </a:xfrm>
          <a:prstGeom prst="roundRect">
            <a:avLst>
              <a:gd name="adj" fmla="val 50000"/>
            </a:avLst>
          </a:prstGeom>
          <a:gradFill>
            <a:gsLst>
              <a:gs pos="90000">
                <a:srgbClr val="64A8CB">
                  <a:lumMod val="95000"/>
                </a:srgbClr>
              </a:gs>
              <a:gs pos="3000">
                <a:srgbClr val="64A8CB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24289" y="3934142"/>
            <a:ext cx="13388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区域办事处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840624" y="393414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质量管理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641543" y="393414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>
                <a:latin typeface="MiSans" pitchFamily="2" charset="-122"/>
                <a:ea typeface="MiSans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调度中心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442462" y="393414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>
                <a:latin typeface="MiSans" pitchFamily="2" charset="-122"/>
                <a:ea typeface="MiSans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车辆管理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234520" y="393414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>
                <a:latin typeface="MiSans" pitchFamily="2" charset="-122"/>
                <a:ea typeface="MiSans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安全技术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0044299" y="393414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>
                <a:latin typeface="MiSans" pitchFamily="2" charset="-122"/>
                <a:ea typeface="MiSans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分线监控</a:t>
            </a:r>
          </a:p>
        </p:txBody>
      </p:sp>
      <p:sp>
        <p:nvSpPr>
          <p:cNvPr id="60" name="椭圆 59"/>
          <p:cNvSpPr/>
          <p:nvPr/>
        </p:nvSpPr>
        <p:spPr>
          <a:xfrm>
            <a:off x="1548612" y="3741436"/>
            <a:ext cx="72000" cy="7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3358390" y="3741436"/>
            <a:ext cx="72000" cy="7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5159340" y="3741436"/>
            <a:ext cx="72000" cy="7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6956877" y="3741436"/>
            <a:ext cx="72000" cy="7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8763904" y="3741436"/>
            <a:ext cx="72000" cy="7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553469" y="3741436"/>
            <a:ext cx="72000" cy="72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3" name="左大括号 52"/>
          <p:cNvSpPr/>
          <p:nvPr/>
        </p:nvSpPr>
        <p:spPr>
          <a:xfrm rot="5400000">
            <a:off x="1467930" y="4130852"/>
            <a:ext cx="233585" cy="718344"/>
          </a:xfrm>
          <a:prstGeom prst="leftBrace">
            <a:avLst>
              <a:gd name="adj1" fmla="val 70341"/>
              <a:gd name="adj2" fmla="val 49803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2" name="矩形: 圆角 71"/>
          <p:cNvSpPr/>
          <p:nvPr/>
        </p:nvSpPr>
        <p:spPr>
          <a:xfrm>
            <a:off x="1001585" y="4606816"/>
            <a:ext cx="430888" cy="1436051"/>
          </a:xfrm>
          <a:prstGeom prst="roundRect">
            <a:avLst>
              <a:gd name="adj" fmla="val 50000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3" name="矩形: 圆角 72"/>
          <p:cNvSpPr/>
          <p:nvPr/>
        </p:nvSpPr>
        <p:spPr>
          <a:xfrm>
            <a:off x="1736972" y="4606816"/>
            <a:ext cx="430888" cy="1436051"/>
          </a:xfrm>
          <a:prstGeom prst="roundRect">
            <a:avLst>
              <a:gd name="adj" fmla="val 50000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001585" y="4796549"/>
            <a:ext cx="430887" cy="1056584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工作对接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1735818" y="4854788"/>
            <a:ext cx="430887" cy="940106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异常处理</a:t>
            </a:r>
          </a:p>
        </p:txBody>
      </p:sp>
      <p:cxnSp>
        <p:nvCxnSpPr>
          <p:cNvPr id="79" name="直接连接符 78"/>
          <p:cNvCxnSpPr/>
          <p:nvPr/>
        </p:nvCxnSpPr>
        <p:spPr>
          <a:xfrm>
            <a:off x="6096000" y="1590567"/>
            <a:ext cx="0" cy="155030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/>
          <p:cNvSpPr/>
          <p:nvPr/>
        </p:nvSpPr>
        <p:spPr>
          <a:xfrm>
            <a:off x="5124774" y="974617"/>
            <a:ext cx="1942452" cy="6662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1D5C87"/>
              </a:gs>
              <a:gs pos="0">
                <a:srgbClr val="4081A7">
                  <a:lumMod val="70000"/>
                  <a:lumOff val="30000"/>
                </a:srgbClr>
              </a:gs>
              <a:gs pos="37000">
                <a:srgbClr val="4081A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164" name="组合 163"/>
          <p:cNvGrpSpPr/>
          <p:nvPr/>
        </p:nvGrpSpPr>
        <p:grpSpPr>
          <a:xfrm>
            <a:off x="5437674" y="996491"/>
            <a:ext cx="1338828" cy="622516"/>
            <a:chOff x="5437674" y="996350"/>
            <a:chExt cx="1338828" cy="622516"/>
          </a:xfrm>
        </p:grpSpPr>
        <p:sp>
          <p:nvSpPr>
            <p:cNvPr id="36" name="文本框 35"/>
            <p:cNvSpPr txBox="1"/>
            <p:nvPr/>
          </p:nvSpPr>
          <p:spPr>
            <a:xfrm>
              <a:off x="5698880" y="996350"/>
              <a:ext cx="8164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Sans Semibold" pitchFamily="2" charset="-122"/>
                  <a:ea typeface="MiSans Semibold" pitchFamily="2" charset="-122"/>
                  <a:cs typeface="+mn-cs"/>
                </a:rPr>
                <a:t>组长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37674" y="1341867"/>
              <a:ext cx="13388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Sans" pitchFamily="2" charset="-122"/>
                  <a:ea typeface="MiSans" pitchFamily="2" charset="-122"/>
                  <a:cs typeface="+mn-cs"/>
                </a:rPr>
                <a:t>运营总经理</a:t>
              </a:r>
            </a:p>
          </p:txBody>
        </p:sp>
      </p:grpSp>
      <p:sp>
        <p:nvSpPr>
          <p:cNvPr id="127" name="左大括号 126"/>
          <p:cNvSpPr/>
          <p:nvPr/>
        </p:nvSpPr>
        <p:spPr>
          <a:xfrm rot="5400000">
            <a:off x="3298018" y="4130852"/>
            <a:ext cx="233585" cy="718344"/>
          </a:xfrm>
          <a:prstGeom prst="leftBrace">
            <a:avLst>
              <a:gd name="adj1" fmla="val 70341"/>
              <a:gd name="adj2" fmla="val 49803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8" name="矩形: 圆角 127"/>
          <p:cNvSpPr/>
          <p:nvPr/>
        </p:nvSpPr>
        <p:spPr>
          <a:xfrm>
            <a:off x="2831673" y="4606816"/>
            <a:ext cx="430888" cy="1436051"/>
          </a:xfrm>
          <a:prstGeom prst="roundRect">
            <a:avLst>
              <a:gd name="adj" fmla="val 50000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9" name="矩形: 圆角 128"/>
          <p:cNvSpPr/>
          <p:nvPr/>
        </p:nvSpPr>
        <p:spPr>
          <a:xfrm>
            <a:off x="3567060" y="4606816"/>
            <a:ext cx="430888" cy="1436051"/>
          </a:xfrm>
          <a:prstGeom prst="roundRect">
            <a:avLst>
              <a:gd name="adj" fmla="val 50000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2831673" y="4796549"/>
            <a:ext cx="430887" cy="1056584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运作实施</a:t>
            </a:r>
          </a:p>
        </p:txBody>
      </p:sp>
      <p:sp>
        <p:nvSpPr>
          <p:cNvPr id="131" name="文本框 130"/>
          <p:cNvSpPr txBox="1"/>
          <p:nvPr/>
        </p:nvSpPr>
        <p:spPr>
          <a:xfrm>
            <a:off x="3565906" y="4854788"/>
            <a:ext cx="430887" cy="940106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日常管控</a:t>
            </a:r>
          </a:p>
        </p:txBody>
      </p:sp>
      <p:sp>
        <p:nvSpPr>
          <p:cNvPr id="137" name="左大括号 136"/>
          <p:cNvSpPr/>
          <p:nvPr/>
        </p:nvSpPr>
        <p:spPr>
          <a:xfrm rot="5400000">
            <a:off x="5078547" y="4130852"/>
            <a:ext cx="233585" cy="718344"/>
          </a:xfrm>
          <a:prstGeom prst="leftBrace">
            <a:avLst>
              <a:gd name="adj1" fmla="val 70341"/>
              <a:gd name="adj2" fmla="val 49803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8" name="矩形: 圆角 137"/>
          <p:cNvSpPr/>
          <p:nvPr/>
        </p:nvSpPr>
        <p:spPr>
          <a:xfrm>
            <a:off x="4612202" y="4606816"/>
            <a:ext cx="430888" cy="1436051"/>
          </a:xfrm>
          <a:prstGeom prst="roundRect">
            <a:avLst>
              <a:gd name="adj" fmla="val 50000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9" name="矩形: 圆角 138"/>
          <p:cNvSpPr/>
          <p:nvPr/>
        </p:nvSpPr>
        <p:spPr>
          <a:xfrm>
            <a:off x="5347589" y="4606816"/>
            <a:ext cx="430888" cy="1436051"/>
          </a:xfrm>
          <a:prstGeom prst="roundRect">
            <a:avLst>
              <a:gd name="adj" fmla="val 50000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4612202" y="4796549"/>
            <a:ext cx="430887" cy="1056584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车辆维护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5346435" y="4854788"/>
            <a:ext cx="430887" cy="940106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接收需求</a:t>
            </a:r>
          </a:p>
        </p:txBody>
      </p:sp>
      <p:sp>
        <p:nvSpPr>
          <p:cNvPr id="143" name="左大括号 142"/>
          <p:cNvSpPr/>
          <p:nvPr/>
        </p:nvSpPr>
        <p:spPr>
          <a:xfrm rot="5400000">
            <a:off x="6879870" y="4130852"/>
            <a:ext cx="233585" cy="718344"/>
          </a:xfrm>
          <a:prstGeom prst="leftBrace">
            <a:avLst>
              <a:gd name="adj1" fmla="val 70341"/>
              <a:gd name="adj2" fmla="val 49803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4" name="矩形: 圆角 143"/>
          <p:cNvSpPr/>
          <p:nvPr/>
        </p:nvSpPr>
        <p:spPr>
          <a:xfrm>
            <a:off x="6413525" y="4606816"/>
            <a:ext cx="430888" cy="1436051"/>
          </a:xfrm>
          <a:prstGeom prst="roundRect">
            <a:avLst>
              <a:gd name="adj" fmla="val 50000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5" name="矩形: 圆角 144"/>
          <p:cNvSpPr/>
          <p:nvPr/>
        </p:nvSpPr>
        <p:spPr>
          <a:xfrm>
            <a:off x="7148912" y="4606816"/>
            <a:ext cx="430888" cy="1436051"/>
          </a:xfrm>
          <a:prstGeom prst="roundRect">
            <a:avLst>
              <a:gd name="adj" fmla="val 50000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6413525" y="4796549"/>
            <a:ext cx="430887" cy="1056584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司机考核</a:t>
            </a:r>
          </a:p>
        </p:txBody>
      </p:sp>
      <p:sp>
        <p:nvSpPr>
          <p:cNvPr id="147" name="文本框 146"/>
          <p:cNvSpPr txBox="1"/>
          <p:nvPr/>
        </p:nvSpPr>
        <p:spPr>
          <a:xfrm>
            <a:off x="7147758" y="4854788"/>
            <a:ext cx="430887" cy="940106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运力配置</a:t>
            </a:r>
          </a:p>
        </p:txBody>
      </p:sp>
      <p:sp>
        <p:nvSpPr>
          <p:cNvPr id="149" name="左大括号 148"/>
          <p:cNvSpPr/>
          <p:nvPr/>
        </p:nvSpPr>
        <p:spPr>
          <a:xfrm rot="5400000">
            <a:off x="8680552" y="4130852"/>
            <a:ext cx="233585" cy="718344"/>
          </a:xfrm>
          <a:prstGeom prst="leftBrace">
            <a:avLst>
              <a:gd name="adj1" fmla="val 70341"/>
              <a:gd name="adj2" fmla="val 49803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0" name="矩形: 圆角 149"/>
          <p:cNvSpPr/>
          <p:nvPr/>
        </p:nvSpPr>
        <p:spPr>
          <a:xfrm>
            <a:off x="8214207" y="4606816"/>
            <a:ext cx="430888" cy="1436051"/>
          </a:xfrm>
          <a:prstGeom prst="roundRect">
            <a:avLst>
              <a:gd name="adj" fmla="val 50000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1" name="矩形: 圆角 150"/>
          <p:cNvSpPr/>
          <p:nvPr/>
        </p:nvSpPr>
        <p:spPr>
          <a:xfrm>
            <a:off x="8949594" y="4606816"/>
            <a:ext cx="430888" cy="1436051"/>
          </a:xfrm>
          <a:prstGeom prst="roundRect">
            <a:avLst>
              <a:gd name="adj" fmla="val 50000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8214207" y="4649680"/>
            <a:ext cx="430887" cy="1340643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员工安全培训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8948440" y="4611843"/>
            <a:ext cx="430887" cy="1425996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司机安全管理</a:t>
            </a:r>
          </a:p>
        </p:txBody>
      </p:sp>
      <p:sp>
        <p:nvSpPr>
          <p:cNvPr id="155" name="左大括号 154"/>
          <p:cNvSpPr/>
          <p:nvPr/>
        </p:nvSpPr>
        <p:spPr>
          <a:xfrm rot="5400000">
            <a:off x="10481504" y="4130852"/>
            <a:ext cx="233585" cy="718344"/>
          </a:xfrm>
          <a:prstGeom prst="leftBrace">
            <a:avLst>
              <a:gd name="adj1" fmla="val 70341"/>
              <a:gd name="adj2" fmla="val 49803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6" name="矩形: 圆角 155"/>
          <p:cNvSpPr/>
          <p:nvPr/>
        </p:nvSpPr>
        <p:spPr>
          <a:xfrm>
            <a:off x="10015159" y="4606816"/>
            <a:ext cx="430888" cy="1436051"/>
          </a:xfrm>
          <a:prstGeom prst="roundRect">
            <a:avLst>
              <a:gd name="adj" fmla="val 50000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7" name="矩形: 圆角 156"/>
          <p:cNvSpPr/>
          <p:nvPr/>
        </p:nvSpPr>
        <p:spPr>
          <a:xfrm>
            <a:off x="10750546" y="4606816"/>
            <a:ext cx="430888" cy="1436051"/>
          </a:xfrm>
          <a:prstGeom prst="roundRect">
            <a:avLst>
              <a:gd name="adj" fmla="val 50000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10015159" y="4649680"/>
            <a:ext cx="430887" cy="1340643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线路风险预警</a:t>
            </a:r>
          </a:p>
        </p:txBody>
      </p:sp>
      <p:sp>
        <p:nvSpPr>
          <p:cNvPr id="159" name="文本框 158"/>
          <p:cNvSpPr txBox="1"/>
          <p:nvPr/>
        </p:nvSpPr>
        <p:spPr>
          <a:xfrm>
            <a:off x="10749392" y="4611843"/>
            <a:ext cx="430887" cy="1425996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MiSans" pitchFamily="2" charset="-122"/>
                <a:ea typeface="MiSans" pitchFamily="2" charset="-122"/>
                <a:cs typeface="+mn-cs"/>
              </a:rPr>
              <a:t>车辆在途监控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702199" y="493478"/>
            <a:ext cx="28500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MiSans Semibold" pitchFamily="2" charset="-122"/>
                <a:ea typeface="MiSans Semibold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Sans Semibold" pitchFamily="2" charset="-122"/>
                <a:ea typeface="MiSans Semibold" pitchFamily="2" charset="-122"/>
                <a:cs typeface="+mn-cs"/>
              </a:rPr>
              <a:t>项目执行架构</a:t>
            </a:r>
          </a:p>
        </p:txBody>
      </p:sp>
      <p:sp>
        <p:nvSpPr>
          <p:cNvPr id="43" name="矩形: 圆角 42"/>
          <p:cNvSpPr/>
          <p:nvPr/>
        </p:nvSpPr>
        <p:spPr>
          <a:xfrm>
            <a:off x="5124774" y="2228489"/>
            <a:ext cx="1942452" cy="6662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AABFD0">
                  <a:lumMod val="80000"/>
                  <a:lumOff val="20000"/>
                </a:srgbClr>
              </a:gs>
              <a:gs pos="26000">
                <a:srgbClr val="AABFD0">
                  <a:lumMod val="100000"/>
                </a:srgbClr>
              </a:gs>
              <a:gs pos="61000">
                <a:srgbClr val="AABFD0">
                  <a:lumMod val="80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163" name="组合 162"/>
          <p:cNvGrpSpPr/>
          <p:nvPr/>
        </p:nvGrpSpPr>
        <p:grpSpPr>
          <a:xfrm>
            <a:off x="5553090" y="2254050"/>
            <a:ext cx="1107997" cy="615142"/>
            <a:chOff x="5553090" y="2283118"/>
            <a:chExt cx="1107997" cy="615142"/>
          </a:xfrm>
        </p:grpSpPr>
        <p:sp>
          <p:nvSpPr>
            <p:cNvPr id="33" name="文本框 32"/>
            <p:cNvSpPr txBox="1"/>
            <p:nvPr/>
          </p:nvSpPr>
          <p:spPr>
            <a:xfrm>
              <a:off x="5553091" y="2283118"/>
              <a:ext cx="110799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Sans Semibold" pitchFamily="2" charset="-122"/>
                  <a:ea typeface="MiSans Semibold" pitchFamily="2" charset="-122"/>
                  <a:cs typeface="+mn-cs"/>
                </a:rPr>
                <a:t>副组长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5553090" y="2621261"/>
              <a:ext cx="110799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iSans" pitchFamily="2" charset="-122"/>
                  <a:ea typeface="MiSans" pitchFamily="2" charset="-122"/>
                  <a:cs typeface="+mn-cs"/>
                </a:rPr>
                <a:t>运营副总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YwZDRmMGQ1YjE1ZjE1YTc2YTNmNTE0YTdhMWQyNzAifQ=="/>
</p:tagLst>
</file>

<file path=ppt/theme/theme1.xml><?xml version="1.0" encoding="utf-8"?>
<a:theme xmlns:a="http://schemas.openxmlformats.org/drawingml/2006/main" name="10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tham+鸿蒙">
      <a:majorFont>
        <a:latin typeface="Gotham Bold"/>
        <a:ea typeface="HarmonyOS Sans SC Black"/>
        <a:cs typeface=""/>
      </a:majorFont>
      <a:minorFont>
        <a:latin typeface="Gotham"/>
        <a:ea typeface="HarmonyOS Sans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宽屏</PresentationFormat>
  <Paragraphs>24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Gotham</vt:lpstr>
      <vt:lpstr>Gotham Bold</vt:lpstr>
      <vt:lpstr>MiSans</vt:lpstr>
      <vt:lpstr>MiSans Semibold</vt:lpstr>
      <vt:lpstr>等线</vt:lpstr>
      <vt:lpstr>Arial</vt:lpstr>
      <vt:lpstr>10_Office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248B85B3156747EF9BD29389ED65690F</vt:lpwstr>
  </property>
  <property fmtid="{D5CDD505-2E9C-101B-9397-08002B2CF9AE}" pid="3" name="KSOProductBuildVer">
    <vt:lpwstr>2052-12.1.0.17147</vt:lpwstr>
  </property>
</Properties>
</file>