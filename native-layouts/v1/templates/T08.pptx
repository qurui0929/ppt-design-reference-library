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并列" id="{71A9F0C1-A07C-434D-B57A-9C735AE34035}">
          <p14:sldIdLst/>
        </p14:section>
        <p14:section name="流程" id="{FDB5ECF1-5521-4E28-BAAE-EF89562469FD}">
          <p14:sldIdLst/>
        </p14:section>
        <p14:section name="循环" id="{92854297-6BDF-4F53-95E0-C26514696EDB}">
          <p14:sldIdLst/>
        </p14:section>
        <p14:section name="层级" id="{E9971D5F-CE51-4EFC-BC45-4B75DAAEC1D2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5" orient="horz" pos="1049" userDrawn="1">
          <p15:clr>
            <a:srgbClr val="A4A3A4"/>
          </p15:clr>
        </p15:guide>
        <p15:guide id="8" orient="horz" pos="2523" userDrawn="1">
          <p15:clr>
            <a:srgbClr val="A4A3A4"/>
          </p15:clr>
        </p15:guide>
        <p15:guide id="14" pos="6970" userDrawn="1">
          <p15:clr>
            <a:srgbClr val="A4A3A4"/>
          </p15:clr>
        </p15:guide>
        <p15:guide id="15" orient="horz" pos="867" userDrawn="1">
          <p15:clr>
            <a:srgbClr val="A4A3A4"/>
          </p15:clr>
        </p15:guide>
        <p15:guide id="16" orient="horz" pos="2409" userDrawn="1">
          <p15:clr>
            <a:srgbClr val="A4A3A4"/>
          </p15:clr>
        </p15:guide>
        <p15:guide id="17" orient="horz" pos="2319" userDrawn="1">
          <p15:clr>
            <a:srgbClr val="A4A3A4"/>
          </p15:clr>
        </p15:guide>
        <p15:guide id="18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8" autoAdjust="0"/>
    <p:restoredTop sz="94641" autoAdjust="0"/>
  </p:normalViewPr>
  <p:slideViewPr>
    <p:cSldViewPr snapToGrid="0" showGuides="1">
      <p:cViewPr varScale="1">
        <p:scale>
          <a:sx n="101" d="100"/>
          <a:sy n="101" d="100"/>
        </p:scale>
        <p:origin x="444" y="72"/>
      </p:cViewPr>
      <p:guideLst>
        <p:guide pos="3840"/>
        <p:guide pos="665"/>
        <p:guide orient="horz" pos="1049"/>
        <p:guide orient="horz" pos="2523"/>
        <p:guide pos="6970"/>
        <p:guide orient="horz" pos="867"/>
        <p:guide orient="horz" pos="2409"/>
        <p:guide orient="horz" pos="2319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BB528-77D5-47F1-BDBA-0C0091726CCD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3E190-BE1B-4E5C-A415-953B7DD55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352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0DDD7-7613-4D74-9174-E10D9AFB0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0AA399-B62C-41C7-81BD-AE0E657BB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45D9B-3AEF-41F4-81D3-1F5E2638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DD7673-B8BB-4C61-8E61-FDBC069E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556FBE-C63E-49C5-B89C-2EDF2117F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76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2DFD9-D62B-4080-A7CD-B4E63D89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9912A-972A-49CE-8652-4307D2CED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D0A9C2-02F7-4FD3-A090-2F0ACC92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002736-F663-4840-AA5B-B211492D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72E81C-59E0-4285-9E93-45FA69194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952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98E90-0D6F-468D-98FD-8B40F4AE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34E223-BF4F-4BC8-8669-488618815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CBB68-268D-4AA8-8923-EF6F12E7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FC3FD-AFE3-44F2-9647-8999F96E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7BC4C-F166-40D6-983E-FFF4E14D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95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CA0E8-B841-4F63-BD70-046B0DD1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B9C5EB-BCF0-4D71-BC6E-ADA790400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90C258-BFFF-41A5-92E8-1527E449E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C5A517-5830-41BE-ADB3-C6662DE1B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BFC9F1-6C66-4CE5-B0C3-0BA34EDA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623DB9-322D-4158-B863-418DF949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37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7327F-A37E-4BF6-B8EA-3565F9270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BD3224-F71F-4DBB-9390-BAE930268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3877FA-9AEC-440C-AEFD-D50BB50C8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22F9AF-473D-4389-AC7F-FB03E1C9F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A2412B-BBE6-4F7E-B701-F6C90CCB8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D416C7-B070-460A-9353-EE4E7348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43B1CD-33CD-4362-A85E-EC05DE23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4E72D2-C343-4247-9E89-5E47C252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71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1769B-AA55-4296-A673-FC337D9F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42E0CD-71ED-413B-BF21-0CDFDA0D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A3A15D-06B0-4CB1-9390-0092486C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F667B0-D8D2-4EB2-AB66-D5775E3C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34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B09BB6-943F-4235-8870-3EED1CB9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AA9138-BCD9-474D-BA91-692EE180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0C76DB-852C-48E8-A74A-7968BBFB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461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AF010-385A-416A-A31F-4F94576C0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2D3D79-42B9-4B16-8D7E-262EBD504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09CB62-6D66-41F2-8115-51711048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3F91C0-92D0-479C-B4FD-6EE5DCCA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6D4883-C132-444B-859E-4349803A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41A0D9-4052-469A-9D2D-D512EEC6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32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CF9B5-11A7-4538-A051-EB749A93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1A70B5-A1FD-4E9C-BF8F-BD606BEB4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87CAE2-3C79-490C-B212-EF455D42E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8CD697-D006-4E4D-B207-2509A371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988EF1-2EEF-4917-B186-9B4DB6684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EC85A4-3159-4235-AD42-EE8C2890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92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AC7A3-C690-4424-BD69-8F5D3B5B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9705DF-7438-4DDD-8365-54103E312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0D236-81AF-4F86-9BC5-CE97ACF6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06FDD-F8E7-4493-AA9A-4FA2BAFC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77D0FD-F611-4D88-8ACA-31A6D7E0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0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A516BD-F318-46B1-BB23-6B6D94ECA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E4AD00-7D7F-41DC-8FCE-3A5EAA3C8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18F1BB-04FA-468B-ADE4-646F902C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9C95ED-7406-41AC-B933-9B97D76E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EA4FE1-4F75-412A-8853-BDC0C0D0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042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8AEBA1-D7CF-4547-8E4D-D6B9BA7D0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ECAF6-96C3-4C8E-8E99-2975E71B9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CD832F-4E41-4F53-A41E-7FC156EC8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B595A-3583-4DB6-AC73-B83389E452E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63A344-60A6-4C18-BA41-9090B8942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BAF24C-A044-4A06-92C2-EEEE9E8B0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0B9C7-ECB6-4544-8B13-79674CF32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57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59">
            <a:extLst>
              <a:ext uri="{FF2B5EF4-FFF2-40B4-BE49-F238E27FC236}">
                <a16:creationId xmlns:a16="http://schemas.microsoft.com/office/drawing/2014/main" id="{071E7D3C-73F1-4266-B20E-D3AC1C37FC6F}"/>
              </a:ext>
            </a:extLst>
          </p:cNvPr>
          <p:cNvGrpSpPr/>
          <p:nvPr/>
        </p:nvGrpSpPr>
        <p:grpSpPr>
          <a:xfrm>
            <a:off x="1055688" y="581570"/>
            <a:ext cx="826133" cy="294190"/>
            <a:chOff x="1523999" y="765175"/>
            <a:chExt cx="826133" cy="294190"/>
          </a:xfrm>
        </p:grpSpPr>
        <p:sp>
          <p:nvSpPr>
            <p:cNvPr id="23" name="Rectangle 60">
              <a:extLst>
                <a:ext uri="{FF2B5EF4-FFF2-40B4-BE49-F238E27FC236}">
                  <a16:creationId xmlns:a16="http://schemas.microsoft.com/office/drawing/2014/main" id="{3E848C06-B457-43F4-A0D7-E8ABA92EB7D7}"/>
                </a:ext>
              </a:extLst>
            </p:cNvPr>
            <p:cNvSpPr/>
            <p:nvPr/>
          </p:nvSpPr>
          <p:spPr>
            <a:xfrm>
              <a:off x="1523999" y="765175"/>
              <a:ext cx="826133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cs typeface="Open Sans SemiBold" panose="020B0706030804020204" pitchFamily="34" charset="0"/>
                </a:rPr>
                <a:t>Infographic</a:t>
              </a:r>
            </a:p>
          </p:txBody>
        </p:sp>
        <p:sp>
          <p:nvSpPr>
            <p:cNvPr id="24" name="Right Triangle 61">
              <a:extLst>
                <a:ext uri="{FF2B5EF4-FFF2-40B4-BE49-F238E27FC236}">
                  <a16:creationId xmlns:a16="http://schemas.microsoft.com/office/drawing/2014/main" id="{C97E8046-5D3C-4661-9FC4-39832CBDDEE8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3F1001DF-FDA1-4F1F-ADD4-9E6C342C12DB}"/>
              </a:ext>
            </a:extLst>
          </p:cNvPr>
          <p:cNvSpPr txBox="1"/>
          <p:nvPr/>
        </p:nvSpPr>
        <p:spPr>
          <a:xfrm>
            <a:off x="941388" y="918105"/>
            <a:ext cx="3621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  <a:cs typeface="+mj-cs"/>
              </a:rPr>
              <a:t>Layer -</a:t>
            </a:r>
            <a:r>
              <a:rPr lang="en-US" altLang="zh-CN" dirty="0"/>
              <a:t> </a:t>
            </a:r>
            <a:r>
              <a:rPr lang="en-US" altLang="zh-CN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infographic</a:t>
            </a:r>
          </a:p>
        </p:txBody>
      </p:sp>
      <p:sp>
        <p:nvSpPr>
          <p:cNvPr id="31" name="TextBox 42">
            <a:extLst>
              <a:ext uri="{FF2B5EF4-FFF2-40B4-BE49-F238E27FC236}">
                <a16:creationId xmlns:a16="http://schemas.microsoft.com/office/drawing/2014/main" id="{F6C973CB-9807-413F-AA52-8EB9CC056D16}"/>
              </a:ext>
            </a:extLst>
          </p:cNvPr>
          <p:cNvSpPr txBox="1"/>
          <p:nvPr/>
        </p:nvSpPr>
        <p:spPr>
          <a:xfrm>
            <a:off x="7491913" y="3327021"/>
            <a:ext cx="3889978" cy="454218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A peep at some distant orb has power to raise and purify our thoughts like a strain of sacred music.</a:t>
            </a:r>
          </a:p>
        </p:txBody>
      </p:sp>
      <p:sp>
        <p:nvSpPr>
          <p:cNvPr id="33" name="Freeform 60">
            <a:extLst>
              <a:ext uri="{FF2B5EF4-FFF2-40B4-BE49-F238E27FC236}">
                <a16:creationId xmlns:a16="http://schemas.microsoft.com/office/drawing/2014/main" id="{5523E02E-CD5A-4170-9E0E-D16D22E52228}"/>
              </a:ext>
            </a:extLst>
          </p:cNvPr>
          <p:cNvSpPr>
            <a:spLocks noEditPoints="1"/>
          </p:cNvSpPr>
          <p:nvPr/>
        </p:nvSpPr>
        <p:spPr bwMode="auto">
          <a:xfrm>
            <a:off x="6743525" y="3332751"/>
            <a:ext cx="478074" cy="442758"/>
          </a:xfrm>
          <a:custGeom>
            <a:avLst/>
            <a:gdLst>
              <a:gd name="T0" fmla="*/ 458768 w 160"/>
              <a:gd name="T1" fmla="*/ 401800 h 147"/>
              <a:gd name="T2" fmla="*/ 518934 w 160"/>
              <a:gd name="T3" fmla="*/ 394219 h 147"/>
              <a:gd name="T4" fmla="*/ 582861 w 160"/>
              <a:gd name="T5" fmla="*/ 367685 h 147"/>
              <a:gd name="T6" fmla="*/ 515174 w 160"/>
              <a:gd name="T7" fmla="*/ 174366 h 147"/>
              <a:gd name="T8" fmla="*/ 345956 w 160"/>
              <a:gd name="T9" fmla="*/ 60649 h 147"/>
              <a:gd name="T10" fmla="*/ 229384 w 160"/>
              <a:gd name="T11" fmla="*/ 0 h 147"/>
              <a:gd name="T12" fmla="*/ 109051 w 160"/>
              <a:gd name="T13" fmla="*/ 102345 h 147"/>
              <a:gd name="T14" fmla="*/ 101531 w 160"/>
              <a:gd name="T15" fmla="*/ 181947 h 147"/>
              <a:gd name="T16" fmla="*/ 116572 w 160"/>
              <a:gd name="T17" fmla="*/ 253968 h 147"/>
              <a:gd name="T18" fmla="*/ 150416 w 160"/>
              <a:gd name="T19" fmla="*/ 360104 h 147"/>
              <a:gd name="T20" fmla="*/ 48885 w 160"/>
              <a:gd name="T21" fmla="*/ 432124 h 147"/>
              <a:gd name="T22" fmla="*/ 0 w 160"/>
              <a:gd name="T23" fmla="*/ 557213 h 147"/>
              <a:gd name="T24" fmla="*/ 462528 w 160"/>
              <a:gd name="T25" fmla="*/ 557213 h 147"/>
              <a:gd name="T26" fmla="*/ 601663 w 160"/>
              <a:gd name="T27" fmla="*/ 519307 h 147"/>
              <a:gd name="T28" fmla="*/ 439966 w 160"/>
              <a:gd name="T29" fmla="*/ 534470 h 147"/>
              <a:gd name="T30" fmla="*/ 18802 w 160"/>
              <a:gd name="T31" fmla="*/ 511726 h 147"/>
              <a:gd name="T32" fmla="*/ 146655 w 160"/>
              <a:gd name="T33" fmla="*/ 401800 h 147"/>
              <a:gd name="T34" fmla="*/ 169218 w 160"/>
              <a:gd name="T35" fmla="*/ 318407 h 147"/>
              <a:gd name="T36" fmla="*/ 135374 w 160"/>
              <a:gd name="T37" fmla="*/ 246387 h 147"/>
              <a:gd name="T38" fmla="*/ 127853 w 160"/>
              <a:gd name="T39" fmla="*/ 238806 h 147"/>
              <a:gd name="T40" fmla="*/ 120333 w 160"/>
              <a:gd name="T41" fmla="*/ 181947 h 147"/>
              <a:gd name="T42" fmla="*/ 131614 w 160"/>
              <a:gd name="T43" fmla="*/ 162994 h 147"/>
              <a:gd name="T44" fmla="*/ 131614 w 160"/>
              <a:gd name="T45" fmla="*/ 98555 h 147"/>
              <a:gd name="T46" fmla="*/ 229384 w 160"/>
              <a:gd name="T47" fmla="*/ 18953 h 147"/>
              <a:gd name="T48" fmla="*/ 330915 w 160"/>
              <a:gd name="T49" fmla="*/ 79602 h 147"/>
              <a:gd name="T50" fmla="*/ 330915 w 160"/>
              <a:gd name="T51" fmla="*/ 83392 h 147"/>
              <a:gd name="T52" fmla="*/ 330915 w 160"/>
              <a:gd name="T53" fmla="*/ 87183 h 147"/>
              <a:gd name="T54" fmla="*/ 330915 w 160"/>
              <a:gd name="T55" fmla="*/ 90974 h 147"/>
              <a:gd name="T56" fmla="*/ 330915 w 160"/>
              <a:gd name="T57" fmla="*/ 94764 h 147"/>
              <a:gd name="T58" fmla="*/ 330915 w 160"/>
              <a:gd name="T59" fmla="*/ 94764 h 147"/>
              <a:gd name="T60" fmla="*/ 330915 w 160"/>
              <a:gd name="T61" fmla="*/ 162994 h 147"/>
              <a:gd name="T62" fmla="*/ 342196 w 160"/>
              <a:gd name="T63" fmla="*/ 181947 h 147"/>
              <a:gd name="T64" fmla="*/ 327154 w 160"/>
              <a:gd name="T65" fmla="*/ 242596 h 147"/>
              <a:gd name="T66" fmla="*/ 319633 w 160"/>
              <a:gd name="T67" fmla="*/ 246387 h 147"/>
              <a:gd name="T68" fmla="*/ 282030 w 160"/>
              <a:gd name="T69" fmla="*/ 318407 h 147"/>
              <a:gd name="T70" fmla="*/ 282030 w 160"/>
              <a:gd name="T71" fmla="*/ 360104 h 147"/>
              <a:gd name="T72" fmla="*/ 282030 w 160"/>
              <a:gd name="T73" fmla="*/ 371475 h 147"/>
              <a:gd name="T74" fmla="*/ 282030 w 160"/>
              <a:gd name="T75" fmla="*/ 379056 h 147"/>
              <a:gd name="T76" fmla="*/ 285790 w 160"/>
              <a:gd name="T77" fmla="*/ 382847 h 147"/>
              <a:gd name="T78" fmla="*/ 293311 w 160"/>
              <a:gd name="T79" fmla="*/ 394219 h 147"/>
              <a:gd name="T80" fmla="*/ 308352 w 160"/>
              <a:gd name="T81" fmla="*/ 401800 h 147"/>
              <a:gd name="T82" fmla="*/ 439966 w 160"/>
              <a:gd name="T83" fmla="*/ 515517 h 147"/>
              <a:gd name="T84" fmla="*/ 582861 w 160"/>
              <a:gd name="T85" fmla="*/ 534470 h 147"/>
              <a:gd name="T86" fmla="*/ 462528 w 160"/>
              <a:gd name="T87" fmla="*/ 515517 h 147"/>
              <a:gd name="T88" fmla="*/ 342196 w 160"/>
              <a:gd name="T89" fmla="*/ 398009 h 147"/>
              <a:gd name="T90" fmla="*/ 327154 w 160"/>
              <a:gd name="T91" fmla="*/ 375266 h 147"/>
              <a:gd name="T92" fmla="*/ 304592 w 160"/>
              <a:gd name="T93" fmla="*/ 371475 h 147"/>
              <a:gd name="T94" fmla="*/ 300832 w 160"/>
              <a:gd name="T95" fmla="*/ 360104 h 147"/>
              <a:gd name="T96" fmla="*/ 308352 w 160"/>
              <a:gd name="T97" fmla="*/ 318407 h 147"/>
              <a:gd name="T98" fmla="*/ 360998 w 160"/>
              <a:gd name="T99" fmla="*/ 223643 h 147"/>
              <a:gd name="T100" fmla="*/ 349717 w 160"/>
              <a:gd name="T101" fmla="*/ 155413 h 147"/>
              <a:gd name="T102" fmla="*/ 349717 w 160"/>
              <a:gd name="T103" fmla="*/ 79602 h 147"/>
              <a:gd name="T104" fmla="*/ 496372 w 160"/>
              <a:gd name="T105" fmla="*/ 174366 h 147"/>
              <a:gd name="T106" fmla="*/ 564059 w 160"/>
              <a:gd name="T107" fmla="*/ 363894 h 147"/>
              <a:gd name="T108" fmla="*/ 518934 w 160"/>
              <a:gd name="T109" fmla="*/ 375266 h 147"/>
              <a:gd name="T110" fmla="*/ 432445 w 160"/>
              <a:gd name="T111" fmla="*/ 382847 h 147"/>
              <a:gd name="T112" fmla="*/ 451247 w 160"/>
              <a:gd name="T113" fmla="*/ 420753 h 147"/>
              <a:gd name="T114" fmla="*/ 582861 w 160"/>
              <a:gd name="T115" fmla="*/ 519307 h 147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60" h="147">
                <a:moveTo>
                  <a:pt x="148" y="117"/>
                </a:moveTo>
                <a:cubicBezTo>
                  <a:pt x="122" y="106"/>
                  <a:pt x="122" y="106"/>
                  <a:pt x="122" y="106"/>
                </a:cubicBezTo>
                <a:cubicBezTo>
                  <a:pt x="121" y="106"/>
                  <a:pt x="121" y="105"/>
                  <a:pt x="120" y="104"/>
                </a:cubicBezTo>
                <a:cubicBezTo>
                  <a:pt x="138" y="104"/>
                  <a:pt x="138" y="104"/>
                  <a:pt x="138" y="104"/>
                </a:cubicBezTo>
                <a:cubicBezTo>
                  <a:pt x="138" y="104"/>
                  <a:pt x="145" y="105"/>
                  <a:pt x="151" y="102"/>
                </a:cubicBezTo>
                <a:cubicBezTo>
                  <a:pt x="153" y="101"/>
                  <a:pt x="155" y="100"/>
                  <a:pt x="155" y="97"/>
                </a:cubicBezTo>
                <a:cubicBezTo>
                  <a:pt x="156" y="95"/>
                  <a:pt x="155" y="92"/>
                  <a:pt x="154" y="91"/>
                </a:cubicBezTo>
                <a:cubicBezTo>
                  <a:pt x="149" y="83"/>
                  <a:pt x="137" y="65"/>
                  <a:pt x="137" y="46"/>
                </a:cubicBezTo>
                <a:cubicBezTo>
                  <a:pt x="137" y="46"/>
                  <a:pt x="136" y="14"/>
                  <a:pt x="105" y="14"/>
                </a:cubicBezTo>
                <a:cubicBezTo>
                  <a:pt x="100" y="14"/>
                  <a:pt x="96" y="15"/>
                  <a:pt x="92" y="16"/>
                </a:cubicBezTo>
                <a:cubicBezTo>
                  <a:pt x="91" y="14"/>
                  <a:pt x="90" y="12"/>
                  <a:pt x="88" y="9"/>
                </a:cubicBezTo>
                <a:cubicBezTo>
                  <a:pt x="82" y="3"/>
                  <a:pt x="73" y="0"/>
                  <a:pt x="61" y="0"/>
                </a:cubicBezTo>
                <a:cubicBezTo>
                  <a:pt x="49" y="0"/>
                  <a:pt x="40" y="3"/>
                  <a:pt x="35" y="9"/>
                </a:cubicBezTo>
                <a:cubicBezTo>
                  <a:pt x="29" y="17"/>
                  <a:pt x="29" y="25"/>
                  <a:pt x="29" y="27"/>
                </a:cubicBezTo>
                <a:cubicBezTo>
                  <a:pt x="29" y="41"/>
                  <a:pt x="29" y="41"/>
                  <a:pt x="29" y="41"/>
                </a:cubicBezTo>
                <a:cubicBezTo>
                  <a:pt x="28" y="43"/>
                  <a:pt x="27" y="45"/>
                  <a:pt x="27" y="48"/>
                </a:cubicBezTo>
                <a:cubicBezTo>
                  <a:pt x="27" y="59"/>
                  <a:pt x="27" y="59"/>
                  <a:pt x="27" y="59"/>
                </a:cubicBezTo>
                <a:cubicBezTo>
                  <a:pt x="27" y="62"/>
                  <a:pt x="28" y="65"/>
                  <a:pt x="31" y="67"/>
                </a:cubicBezTo>
                <a:cubicBezTo>
                  <a:pt x="33" y="77"/>
                  <a:pt x="38" y="84"/>
                  <a:pt x="40" y="86"/>
                </a:cubicBezTo>
                <a:cubicBezTo>
                  <a:pt x="40" y="95"/>
                  <a:pt x="40" y="95"/>
                  <a:pt x="40" y="95"/>
                </a:cubicBezTo>
                <a:cubicBezTo>
                  <a:pt x="40" y="98"/>
                  <a:pt x="39" y="100"/>
                  <a:pt x="36" y="101"/>
                </a:cubicBezTo>
                <a:cubicBezTo>
                  <a:pt x="13" y="114"/>
                  <a:pt x="13" y="114"/>
                  <a:pt x="13" y="114"/>
                </a:cubicBezTo>
                <a:cubicBezTo>
                  <a:pt x="5" y="118"/>
                  <a:pt x="0" y="127"/>
                  <a:pt x="0" y="135"/>
                </a:cubicBezTo>
                <a:cubicBezTo>
                  <a:pt x="0" y="147"/>
                  <a:pt x="0" y="147"/>
                  <a:pt x="0" y="147"/>
                </a:cubicBezTo>
                <a:cubicBezTo>
                  <a:pt x="117" y="147"/>
                  <a:pt x="117" y="147"/>
                  <a:pt x="117" y="147"/>
                </a:cubicBezTo>
                <a:cubicBezTo>
                  <a:pt x="123" y="147"/>
                  <a:pt x="123" y="147"/>
                  <a:pt x="123" y="147"/>
                </a:cubicBezTo>
                <a:cubicBezTo>
                  <a:pt x="160" y="147"/>
                  <a:pt x="160" y="147"/>
                  <a:pt x="160" y="147"/>
                </a:cubicBezTo>
                <a:cubicBezTo>
                  <a:pt x="160" y="137"/>
                  <a:pt x="160" y="137"/>
                  <a:pt x="160" y="137"/>
                </a:cubicBezTo>
                <a:cubicBezTo>
                  <a:pt x="160" y="129"/>
                  <a:pt x="155" y="121"/>
                  <a:pt x="148" y="117"/>
                </a:cubicBezTo>
                <a:close/>
                <a:moveTo>
                  <a:pt x="117" y="141"/>
                </a:moveTo>
                <a:cubicBezTo>
                  <a:pt x="5" y="141"/>
                  <a:pt x="5" y="141"/>
                  <a:pt x="5" y="141"/>
                </a:cubicBezTo>
                <a:cubicBezTo>
                  <a:pt x="5" y="135"/>
                  <a:pt x="5" y="135"/>
                  <a:pt x="5" y="135"/>
                </a:cubicBezTo>
                <a:cubicBezTo>
                  <a:pt x="5" y="129"/>
                  <a:pt x="9" y="122"/>
                  <a:pt x="15" y="119"/>
                </a:cubicBezTo>
                <a:cubicBezTo>
                  <a:pt x="39" y="106"/>
                  <a:pt x="39" y="106"/>
                  <a:pt x="39" y="106"/>
                </a:cubicBezTo>
                <a:cubicBezTo>
                  <a:pt x="43" y="104"/>
                  <a:pt x="45" y="100"/>
                  <a:pt x="45" y="95"/>
                </a:cubicBezTo>
                <a:cubicBezTo>
                  <a:pt x="45" y="84"/>
                  <a:pt x="45" y="84"/>
                  <a:pt x="45" y="84"/>
                </a:cubicBezTo>
                <a:cubicBezTo>
                  <a:pt x="45" y="84"/>
                  <a:pt x="45" y="84"/>
                  <a:pt x="45" y="84"/>
                </a:cubicBezTo>
                <a:cubicBezTo>
                  <a:pt x="45" y="84"/>
                  <a:pt x="38" y="76"/>
                  <a:pt x="36" y="65"/>
                </a:cubicBezTo>
                <a:cubicBezTo>
                  <a:pt x="35" y="64"/>
                  <a:pt x="35" y="64"/>
                  <a:pt x="35" y="64"/>
                </a:cubicBezTo>
                <a:cubicBezTo>
                  <a:pt x="34" y="63"/>
                  <a:pt x="34" y="63"/>
                  <a:pt x="34" y="63"/>
                </a:cubicBezTo>
                <a:cubicBezTo>
                  <a:pt x="33" y="62"/>
                  <a:pt x="32" y="60"/>
                  <a:pt x="32" y="59"/>
                </a:cubicBezTo>
                <a:cubicBezTo>
                  <a:pt x="32" y="48"/>
                  <a:pt x="32" y="48"/>
                  <a:pt x="32" y="48"/>
                </a:cubicBezTo>
                <a:cubicBezTo>
                  <a:pt x="32" y="47"/>
                  <a:pt x="33" y="45"/>
                  <a:pt x="34" y="44"/>
                </a:cubicBezTo>
                <a:cubicBezTo>
                  <a:pt x="35" y="43"/>
                  <a:pt x="35" y="43"/>
                  <a:pt x="35" y="43"/>
                </a:cubicBezTo>
                <a:cubicBezTo>
                  <a:pt x="35" y="27"/>
                  <a:pt x="35" y="27"/>
                  <a:pt x="35" y="27"/>
                </a:cubicBezTo>
                <a:cubicBezTo>
                  <a:pt x="35" y="26"/>
                  <a:pt x="35" y="26"/>
                  <a:pt x="35" y="26"/>
                </a:cubicBezTo>
                <a:cubicBezTo>
                  <a:pt x="35" y="26"/>
                  <a:pt x="34" y="19"/>
                  <a:pt x="39" y="13"/>
                </a:cubicBezTo>
                <a:cubicBezTo>
                  <a:pt x="43" y="8"/>
                  <a:pt x="51" y="5"/>
                  <a:pt x="61" y="5"/>
                </a:cubicBezTo>
                <a:cubicBezTo>
                  <a:pt x="72" y="5"/>
                  <a:pt x="79" y="8"/>
                  <a:pt x="84" y="13"/>
                </a:cubicBezTo>
                <a:cubicBezTo>
                  <a:pt x="86" y="15"/>
                  <a:pt x="87" y="18"/>
                  <a:pt x="88" y="21"/>
                </a:cubicBezTo>
                <a:cubicBezTo>
                  <a:pt x="88" y="21"/>
                  <a:pt x="88" y="21"/>
                  <a:pt x="88" y="21"/>
                </a:cubicBezTo>
                <a:cubicBezTo>
                  <a:pt x="88" y="21"/>
                  <a:pt x="88" y="21"/>
                  <a:pt x="88" y="22"/>
                </a:cubicBezTo>
                <a:cubicBezTo>
                  <a:pt x="88" y="22"/>
                  <a:pt x="88" y="22"/>
                  <a:pt x="88" y="22"/>
                </a:cubicBezTo>
                <a:cubicBezTo>
                  <a:pt x="88" y="22"/>
                  <a:pt x="88" y="23"/>
                  <a:pt x="88" y="23"/>
                </a:cubicBezTo>
                <a:cubicBezTo>
                  <a:pt x="88" y="23"/>
                  <a:pt x="88" y="23"/>
                  <a:pt x="88" y="24"/>
                </a:cubicBezTo>
                <a:cubicBezTo>
                  <a:pt x="88" y="24"/>
                  <a:pt x="88" y="24"/>
                  <a:pt x="88" y="24"/>
                </a:cubicBezTo>
                <a:cubicBezTo>
                  <a:pt x="88" y="24"/>
                  <a:pt x="88" y="24"/>
                  <a:pt x="88" y="24"/>
                </a:cubicBezTo>
                <a:cubicBezTo>
                  <a:pt x="88" y="25"/>
                  <a:pt x="88" y="25"/>
                  <a:pt x="88" y="25"/>
                </a:cubicBezTo>
                <a:cubicBezTo>
                  <a:pt x="88" y="25"/>
                  <a:pt x="88" y="25"/>
                  <a:pt x="88" y="25"/>
                </a:cubicBezTo>
                <a:cubicBezTo>
                  <a:pt x="88" y="25"/>
                  <a:pt x="88" y="25"/>
                  <a:pt x="88" y="25"/>
                </a:cubicBezTo>
                <a:cubicBezTo>
                  <a:pt x="88" y="26"/>
                  <a:pt x="88" y="26"/>
                  <a:pt x="88" y="26"/>
                </a:cubicBezTo>
                <a:cubicBezTo>
                  <a:pt x="88" y="43"/>
                  <a:pt x="88" y="43"/>
                  <a:pt x="88" y="43"/>
                </a:cubicBezTo>
                <a:cubicBezTo>
                  <a:pt x="89" y="44"/>
                  <a:pt x="89" y="44"/>
                  <a:pt x="89" y="44"/>
                </a:cubicBezTo>
                <a:cubicBezTo>
                  <a:pt x="90" y="45"/>
                  <a:pt x="91" y="47"/>
                  <a:pt x="91" y="48"/>
                </a:cubicBezTo>
                <a:cubicBezTo>
                  <a:pt x="91" y="59"/>
                  <a:pt x="91" y="59"/>
                  <a:pt x="91" y="59"/>
                </a:cubicBezTo>
                <a:cubicBezTo>
                  <a:pt x="91" y="61"/>
                  <a:pt x="89" y="63"/>
                  <a:pt x="87" y="64"/>
                </a:cubicBezTo>
                <a:cubicBezTo>
                  <a:pt x="86" y="64"/>
                  <a:pt x="86" y="64"/>
                  <a:pt x="86" y="64"/>
                </a:cubicBezTo>
                <a:cubicBezTo>
                  <a:pt x="85" y="65"/>
                  <a:pt x="85" y="65"/>
                  <a:pt x="85" y="65"/>
                </a:cubicBezTo>
                <a:cubicBezTo>
                  <a:pt x="83" y="71"/>
                  <a:pt x="81" y="76"/>
                  <a:pt x="78" y="81"/>
                </a:cubicBezTo>
                <a:cubicBezTo>
                  <a:pt x="77" y="82"/>
                  <a:pt x="76" y="83"/>
                  <a:pt x="75" y="84"/>
                </a:cubicBezTo>
                <a:cubicBezTo>
                  <a:pt x="75" y="84"/>
                  <a:pt x="75" y="84"/>
                  <a:pt x="75" y="84"/>
                </a:cubicBezTo>
                <a:cubicBezTo>
                  <a:pt x="75" y="95"/>
                  <a:pt x="75" y="95"/>
                  <a:pt x="75" y="95"/>
                </a:cubicBezTo>
                <a:cubicBezTo>
                  <a:pt x="75" y="96"/>
                  <a:pt x="75" y="97"/>
                  <a:pt x="75" y="97"/>
                </a:cubicBezTo>
                <a:cubicBezTo>
                  <a:pt x="75" y="97"/>
                  <a:pt x="75" y="98"/>
                  <a:pt x="75" y="98"/>
                </a:cubicBezTo>
                <a:cubicBezTo>
                  <a:pt x="75" y="98"/>
                  <a:pt x="75" y="99"/>
                  <a:pt x="75" y="99"/>
                </a:cubicBezTo>
                <a:cubicBezTo>
                  <a:pt x="75" y="99"/>
                  <a:pt x="75" y="100"/>
                  <a:pt x="75" y="100"/>
                </a:cubicBezTo>
                <a:cubicBezTo>
                  <a:pt x="76" y="100"/>
                  <a:pt x="76" y="101"/>
                  <a:pt x="76" y="101"/>
                </a:cubicBezTo>
                <a:cubicBezTo>
                  <a:pt x="76" y="101"/>
                  <a:pt x="76" y="101"/>
                  <a:pt x="76" y="101"/>
                </a:cubicBezTo>
                <a:cubicBezTo>
                  <a:pt x="77" y="102"/>
                  <a:pt x="77" y="103"/>
                  <a:pt x="78" y="103"/>
                </a:cubicBezTo>
                <a:cubicBezTo>
                  <a:pt x="78" y="104"/>
                  <a:pt x="78" y="104"/>
                  <a:pt x="78" y="104"/>
                </a:cubicBezTo>
                <a:cubicBezTo>
                  <a:pt x="78" y="104"/>
                  <a:pt x="78" y="104"/>
                  <a:pt x="78" y="104"/>
                </a:cubicBezTo>
                <a:cubicBezTo>
                  <a:pt x="79" y="105"/>
                  <a:pt x="80" y="106"/>
                  <a:pt x="82" y="106"/>
                </a:cubicBezTo>
                <a:cubicBezTo>
                  <a:pt x="107" y="119"/>
                  <a:pt x="107" y="119"/>
                  <a:pt x="107" y="119"/>
                </a:cubicBezTo>
                <a:cubicBezTo>
                  <a:pt x="113" y="122"/>
                  <a:pt x="117" y="129"/>
                  <a:pt x="117" y="136"/>
                </a:cubicBezTo>
                <a:lnTo>
                  <a:pt x="117" y="141"/>
                </a:lnTo>
                <a:close/>
                <a:moveTo>
                  <a:pt x="155" y="141"/>
                </a:moveTo>
                <a:cubicBezTo>
                  <a:pt x="123" y="141"/>
                  <a:pt x="123" y="141"/>
                  <a:pt x="123" y="141"/>
                </a:cubicBezTo>
                <a:cubicBezTo>
                  <a:pt x="123" y="136"/>
                  <a:pt x="123" y="136"/>
                  <a:pt x="123" y="136"/>
                </a:cubicBezTo>
                <a:cubicBezTo>
                  <a:pt x="123" y="127"/>
                  <a:pt x="118" y="118"/>
                  <a:pt x="109" y="114"/>
                </a:cubicBezTo>
                <a:cubicBezTo>
                  <a:pt x="91" y="105"/>
                  <a:pt x="91" y="105"/>
                  <a:pt x="91" y="105"/>
                </a:cubicBezTo>
                <a:cubicBezTo>
                  <a:pt x="92" y="104"/>
                  <a:pt x="92" y="103"/>
                  <a:pt x="91" y="102"/>
                </a:cubicBezTo>
                <a:cubicBezTo>
                  <a:pt x="91" y="100"/>
                  <a:pt x="89" y="99"/>
                  <a:pt x="87" y="99"/>
                </a:cubicBezTo>
                <a:cubicBezTo>
                  <a:pt x="81" y="99"/>
                  <a:pt x="81" y="99"/>
                  <a:pt x="81" y="99"/>
                </a:cubicBezTo>
                <a:cubicBezTo>
                  <a:pt x="81" y="99"/>
                  <a:pt x="81" y="98"/>
                  <a:pt x="81" y="98"/>
                </a:cubicBezTo>
                <a:cubicBezTo>
                  <a:pt x="81" y="98"/>
                  <a:pt x="80" y="97"/>
                  <a:pt x="80" y="97"/>
                </a:cubicBezTo>
                <a:cubicBezTo>
                  <a:pt x="80" y="97"/>
                  <a:pt x="80" y="96"/>
                  <a:pt x="80" y="95"/>
                </a:cubicBezTo>
                <a:cubicBezTo>
                  <a:pt x="80" y="86"/>
                  <a:pt x="80" y="86"/>
                  <a:pt x="80" y="86"/>
                </a:cubicBezTo>
                <a:cubicBezTo>
                  <a:pt x="81" y="86"/>
                  <a:pt x="81" y="85"/>
                  <a:pt x="82" y="84"/>
                </a:cubicBezTo>
                <a:cubicBezTo>
                  <a:pt x="85" y="79"/>
                  <a:pt x="88" y="74"/>
                  <a:pt x="90" y="68"/>
                </a:cubicBezTo>
                <a:cubicBezTo>
                  <a:pt x="94" y="67"/>
                  <a:pt x="96" y="63"/>
                  <a:pt x="96" y="59"/>
                </a:cubicBezTo>
                <a:cubicBezTo>
                  <a:pt x="96" y="48"/>
                  <a:pt x="96" y="48"/>
                  <a:pt x="96" y="48"/>
                </a:cubicBezTo>
                <a:cubicBezTo>
                  <a:pt x="96" y="45"/>
                  <a:pt x="95" y="43"/>
                  <a:pt x="93" y="41"/>
                </a:cubicBezTo>
                <a:cubicBezTo>
                  <a:pt x="93" y="27"/>
                  <a:pt x="93" y="27"/>
                  <a:pt x="93" y="27"/>
                </a:cubicBezTo>
                <a:cubicBezTo>
                  <a:pt x="93" y="26"/>
                  <a:pt x="94" y="24"/>
                  <a:pt x="93" y="21"/>
                </a:cubicBezTo>
                <a:cubicBezTo>
                  <a:pt x="97" y="20"/>
                  <a:pt x="100" y="19"/>
                  <a:pt x="105" y="19"/>
                </a:cubicBezTo>
                <a:cubicBezTo>
                  <a:pt x="131" y="19"/>
                  <a:pt x="132" y="45"/>
                  <a:pt x="132" y="46"/>
                </a:cubicBezTo>
                <a:cubicBezTo>
                  <a:pt x="132" y="67"/>
                  <a:pt x="144" y="86"/>
                  <a:pt x="150" y="94"/>
                </a:cubicBezTo>
                <a:cubicBezTo>
                  <a:pt x="150" y="94"/>
                  <a:pt x="150" y="95"/>
                  <a:pt x="150" y="96"/>
                </a:cubicBezTo>
                <a:cubicBezTo>
                  <a:pt x="150" y="96"/>
                  <a:pt x="150" y="97"/>
                  <a:pt x="149" y="97"/>
                </a:cubicBezTo>
                <a:cubicBezTo>
                  <a:pt x="144" y="99"/>
                  <a:pt x="138" y="99"/>
                  <a:pt x="138" y="99"/>
                </a:cubicBezTo>
                <a:cubicBezTo>
                  <a:pt x="119" y="99"/>
                  <a:pt x="119" y="99"/>
                  <a:pt x="119" y="99"/>
                </a:cubicBezTo>
                <a:cubicBezTo>
                  <a:pt x="118" y="99"/>
                  <a:pt x="116" y="100"/>
                  <a:pt x="115" y="101"/>
                </a:cubicBezTo>
                <a:cubicBezTo>
                  <a:pt x="114" y="103"/>
                  <a:pt x="114" y="104"/>
                  <a:pt x="115" y="106"/>
                </a:cubicBezTo>
                <a:cubicBezTo>
                  <a:pt x="116" y="108"/>
                  <a:pt x="117" y="110"/>
                  <a:pt x="120" y="111"/>
                </a:cubicBezTo>
                <a:cubicBezTo>
                  <a:pt x="146" y="122"/>
                  <a:pt x="146" y="122"/>
                  <a:pt x="146" y="122"/>
                </a:cubicBezTo>
                <a:cubicBezTo>
                  <a:pt x="151" y="125"/>
                  <a:pt x="155" y="131"/>
                  <a:pt x="155" y="137"/>
                </a:cubicBezTo>
                <a:lnTo>
                  <a:pt x="155" y="141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36000">
                <a:schemeClr val="accent1">
                  <a:alpha val="7700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TextBox 41">
            <a:extLst>
              <a:ext uri="{FF2B5EF4-FFF2-40B4-BE49-F238E27FC236}">
                <a16:creationId xmlns:a16="http://schemas.microsoft.com/office/drawing/2014/main" id="{DD03C983-DBEB-4CC1-878F-9ED8DDBA9509}"/>
              </a:ext>
            </a:extLst>
          </p:cNvPr>
          <p:cNvSpPr txBox="1"/>
          <p:nvPr/>
        </p:nvSpPr>
        <p:spPr>
          <a:xfrm>
            <a:off x="7491913" y="4087492"/>
            <a:ext cx="3889978" cy="454218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A peep at some distant orb has power to raise and purify our thoughts like a strain of sacred music.</a:t>
            </a:r>
          </a:p>
        </p:txBody>
      </p:sp>
      <p:sp>
        <p:nvSpPr>
          <p:cNvPr id="34" name="Freeform 1102">
            <a:extLst>
              <a:ext uri="{FF2B5EF4-FFF2-40B4-BE49-F238E27FC236}">
                <a16:creationId xmlns:a16="http://schemas.microsoft.com/office/drawing/2014/main" id="{0187AC05-3E6B-498B-B7D5-79938D98D878}"/>
              </a:ext>
            </a:extLst>
          </p:cNvPr>
          <p:cNvSpPr>
            <a:spLocks noEditPoints="1"/>
          </p:cNvSpPr>
          <p:nvPr/>
        </p:nvSpPr>
        <p:spPr bwMode="auto">
          <a:xfrm>
            <a:off x="6752948" y="4118362"/>
            <a:ext cx="459228" cy="392478"/>
          </a:xfrm>
          <a:custGeom>
            <a:avLst/>
            <a:gdLst>
              <a:gd name="T0" fmla="*/ 128 w 160"/>
              <a:gd name="T1" fmla="*/ 107 h 136"/>
              <a:gd name="T2" fmla="*/ 115 w 160"/>
              <a:gd name="T3" fmla="*/ 104 h 136"/>
              <a:gd name="T4" fmla="*/ 128 w 160"/>
              <a:gd name="T5" fmla="*/ 101 h 136"/>
              <a:gd name="T6" fmla="*/ 133 w 160"/>
              <a:gd name="T7" fmla="*/ 48 h 136"/>
              <a:gd name="T8" fmla="*/ 120 w 160"/>
              <a:gd name="T9" fmla="*/ 48 h 136"/>
              <a:gd name="T10" fmla="*/ 120 w 160"/>
              <a:gd name="T11" fmla="*/ 43 h 136"/>
              <a:gd name="T12" fmla="*/ 91 w 160"/>
              <a:gd name="T13" fmla="*/ 5 h 136"/>
              <a:gd name="T14" fmla="*/ 67 w 160"/>
              <a:gd name="T15" fmla="*/ 40 h 136"/>
              <a:gd name="T16" fmla="*/ 61 w 160"/>
              <a:gd name="T17" fmla="*/ 40 h 136"/>
              <a:gd name="T18" fmla="*/ 51 w 160"/>
              <a:gd name="T19" fmla="*/ 23 h 136"/>
              <a:gd name="T20" fmla="*/ 48 w 160"/>
              <a:gd name="T21" fmla="*/ 22 h 136"/>
              <a:gd name="T22" fmla="*/ 46 w 160"/>
              <a:gd name="T23" fmla="*/ 22 h 136"/>
              <a:gd name="T24" fmla="*/ 43 w 160"/>
              <a:gd name="T25" fmla="*/ 21 h 136"/>
              <a:gd name="T26" fmla="*/ 24 w 160"/>
              <a:gd name="T27" fmla="*/ 41 h 136"/>
              <a:gd name="T28" fmla="*/ 24 w 160"/>
              <a:gd name="T29" fmla="*/ 42 h 136"/>
              <a:gd name="T30" fmla="*/ 24 w 160"/>
              <a:gd name="T31" fmla="*/ 44 h 136"/>
              <a:gd name="T32" fmla="*/ 5 w 160"/>
              <a:gd name="T33" fmla="*/ 72 h 136"/>
              <a:gd name="T34" fmla="*/ 48 w 160"/>
              <a:gd name="T35" fmla="*/ 101 h 136"/>
              <a:gd name="T36" fmla="*/ 48 w 160"/>
              <a:gd name="T37" fmla="*/ 107 h 136"/>
              <a:gd name="T38" fmla="*/ 0 w 160"/>
              <a:gd name="T39" fmla="*/ 72 h 136"/>
              <a:gd name="T40" fmla="*/ 19 w 160"/>
              <a:gd name="T41" fmla="*/ 40 h 136"/>
              <a:gd name="T42" fmla="*/ 45 w 160"/>
              <a:gd name="T43" fmla="*/ 16 h 136"/>
              <a:gd name="T44" fmla="*/ 48 w 160"/>
              <a:gd name="T45" fmla="*/ 17 h 136"/>
              <a:gd name="T46" fmla="*/ 51 w 160"/>
              <a:gd name="T47" fmla="*/ 17 h 136"/>
              <a:gd name="T48" fmla="*/ 53 w 160"/>
              <a:gd name="T49" fmla="*/ 18 h 136"/>
              <a:gd name="T50" fmla="*/ 91 w 160"/>
              <a:gd name="T51" fmla="*/ 0 h 136"/>
              <a:gd name="T52" fmla="*/ 160 w 160"/>
              <a:gd name="T53" fmla="*/ 75 h 136"/>
              <a:gd name="T54" fmla="*/ 85 w 160"/>
              <a:gd name="T55" fmla="*/ 127 h 136"/>
              <a:gd name="T56" fmla="*/ 83 w 160"/>
              <a:gd name="T57" fmla="*/ 69 h 136"/>
              <a:gd name="T58" fmla="*/ 80 w 160"/>
              <a:gd name="T59" fmla="*/ 127 h 136"/>
              <a:gd name="T60" fmla="*/ 59 w 160"/>
              <a:gd name="T61" fmla="*/ 110 h 136"/>
              <a:gd name="T62" fmla="*/ 81 w 160"/>
              <a:gd name="T63" fmla="*/ 135 h 136"/>
              <a:gd name="T64" fmla="*/ 83 w 160"/>
              <a:gd name="T65" fmla="*/ 136 h 136"/>
              <a:gd name="T66" fmla="*/ 85 w 160"/>
              <a:gd name="T67" fmla="*/ 135 h 136"/>
              <a:gd name="T68" fmla="*/ 106 w 160"/>
              <a:gd name="T69" fmla="*/ 11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0" h="136">
                <a:moveTo>
                  <a:pt x="160" y="75"/>
                </a:moveTo>
                <a:cubicBezTo>
                  <a:pt x="160" y="92"/>
                  <a:pt x="146" y="107"/>
                  <a:pt x="128" y="107"/>
                </a:cubicBezTo>
                <a:cubicBezTo>
                  <a:pt x="117" y="107"/>
                  <a:pt x="117" y="107"/>
                  <a:pt x="117" y="107"/>
                </a:cubicBezTo>
                <a:cubicBezTo>
                  <a:pt x="116" y="107"/>
                  <a:pt x="115" y="105"/>
                  <a:pt x="115" y="104"/>
                </a:cubicBezTo>
                <a:cubicBezTo>
                  <a:pt x="115" y="103"/>
                  <a:pt x="116" y="101"/>
                  <a:pt x="117" y="101"/>
                </a:cubicBezTo>
                <a:cubicBezTo>
                  <a:pt x="128" y="101"/>
                  <a:pt x="128" y="101"/>
                  <a:pt x="128" y="101"/>
                </a:cubicBezTo>
                <a:cubicBezTo>
                  <a:pt x="143" y="101"/>
                  <a:pt x="155" y="89"/>
                  <a:pt x="155" y="75"/>
                </a:cubicBezTo>
                <a:cubicBezTo>
                  <a:pt x="155" y="62"/>
                  <a:pt x="145" y="50"/>
                  <a:pt x="133" y="48"/>
                </a:cubicBezTo>
                <a:cubicBezTo>
                  <a:pt x="133" y="48"/>
                  <a:pt x="126" y="47"/>
                  <a:pt x="120" y="48"/>
                </a:cubicBezTo>
                <a:cubicBezTo>
                  <a:pt x="120" y="48"/>
                  <a:pt x="120" y="48"/>
                  <a:pt x="120" y="48"/>
                </a:cubicBezTo>
                <a:cubicBezTo>
                  <a:pt x="119" y="48"/>
                  <a:pt x="118" y="47"/>
                  <a:pt x="117" y="46"/>
                </a:cubicBezTo>
                <a:cubicBezTo>
                  <a:pt x="117" y="44"/>
                  <a:pt x="118" y="43"/>
                  <a:pt x="120" y="43"/>
                </a:cubicBezTo>
                <a:cubicBezTo>
                  <a:pt x="124" y="42"/>
                  <a:pt x="128" y="42"/>
                  <a:pt x="130" y="42"/>
                </a:cubicBezTo>
                <a:cubicBezTo>
                  <a:pt x="129" y="22"/>
                  <a:pt x="112" y="5"/>
                  <a:pt x="91" y="5"/>
                </a:cubicBezTo>
                <a:cubicBezTo>
                  <a:pt x="78" y="5"/>
                  <a:pt x="66" y="12"/>
                  <a:pt x="58" y="22"/>
                </a:cubicBezTo>
                <a:cubicBezTo>
                  <a:pt x="63" y="26"/>
                  <a:pt x="67" y="33"/>
                  <a:pt x="67" y="40"/>
                </a:cubicBezTo>
                <a:cubicBezTo>
                  <a:pt x="67" y="41"/>
                  <a:pt x="65" y="43"/>
                  <a:pt x="64" y="43"/>
                </a:cubicBezTo>
                <a:cubicBezTo>
                  <a:pt x="63" y="43"/>
                  <a:pt x="61" y="41"/>
                  <a:pt x="61" y="40"/>
                </a:cubicBezTo>
                <a:cubicBezTo>
                  <a:pt x="61" y="33"/>
                  <a:pt x="58" y="28"/>
                  <a:pt x="53" y="24"/>
                </a:cubicBezTo>
                <a:cubicBezTo>
                  <a:pt x="52" y="24"/>
                  <a:pt x="52" y="24"/>
                  <a:pt x="51" y="23"/>
                </a:cubicBezTo>
                <a:cubicBezTo>
                  <a:pt x="51" y="23"/>
                  <a:pt x="51" y="23"/>
                  <a:pt x="50" y="23"/>
                </a:cubicBezTo>
                <a:cubicBezTo>
                  <a:pt x="50" y="23"/>
                  <a:pt x="49" y="22"/>
                  <a:pt x="48" y="22"/>
                </a:cubicBezTo>
                <a:cubicBezTo>
                  <a:pt x="48" y="22"/>
                  <a:pt x="48" y="22"/>
                  <a:pt x="48" y="22"/>
                </a:cubicBezTo>
                <a:cubicBezTo>
                  <a:pt x="47" y="22"/>
                  <a:pt x="46" y="22"/>
                  <a:pt x="46" y="22"/>
                </a:cubicBezTo>
                <a:cubicBezTo>
                  <a:pt x="46" y="22"/>
                  <a:pt x="45" y="22"/>
                  <a:pt x="45" y="22"/>
                </a:cubicBezTo>
                <a:cubicBezTo>
                  <a:pt x="44" y="21"/>
                  <a:pt x="43" y="21"/>
                  <a:pt x="43" y="21"/>
                </a:cubicBezTo>
                <a:cubicBezTo>
                  <a:pt x="32" y="21"/>
                  <a:pt x="24" y="30"/>
                  <a:pt x="24" y="40"/>
                </a:cubicBezTo>
                <a:cubicBezTo>
                  <a:pt x="24" y="40"/>
                  <a:pt x="24" y="40"/>
                  <a:pt x="24" y="41"/>
                </a:cubicBezTo>
                <a:cubicBezTo>
                  <a:pt x="24" y="41"/>
                  <a:pt x="24" y="41"/>
                  <a:pt x="24" y="41"/>
                </a:cubicBezTo>
                <a:cubicBezTo>
                  <a:pt x="24" y="42"/>
                  <a:pt x="24" y="42"/>
                  <a:pt x="24" y="42"/>
                </a:cubicBezTo>
                <a:cubicBezTo>
                  <a:pt x="24" y="42"/>
                  <a:pt x="24" y="42"/>
                  <a:pt x="24" y="43"/>
                </a:cubicBezTo>
                <a:cubicBezTo>
                  <a:pt x="24" y="44"/>
                  <a:pt x="24" y="44"/>
                  <a:pt x="24" y="44"/>
                </a:cubicBezTo>
                <a:cubicBezTo>
                  <a:pt x="22" y="45"/>
                  <a:pt x="22" y="45"/>
                  <a:pt x="22" y="45"/>
                </a:cubicBezTo>
                <a:cubicBezTo>
                  <a:pt x="13" y="50"/>
                  <a:pt x="5" y="61"/>
                  <a:pt x="5" y="72"/>
                </a:cubicBezTo>
                <a:cubicBezTo>
                  <a:pt x="5" y="88"/>
                  <a:pt x="18" y="101"/>
                  <a:pt x="34" y="101"/>
                </a:cubicBezTo>
                <a:cubicBezTo>
                  <a:pt x="48" y="101"/>
                  <a:pt x="48" y="101"/>
                  <a:pt x="48" y="101"/>
                </a:cubicBezTo>
                <a:cubicBezTo>
                  <a:pt x="49" y="101"/>
                  <a:pt x="51" y="103"/>
                  <a:pt x="51" y="104"/>
                </a:cubicBezTo>
                <a:cubicBezTo>
                  <a:pt x="51" y="105"/>
                  <a:pt x="49" y="107"/>
                  <a:pt x="48" y="107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5" y="107"/>
                  <a:pt x="0" y="91"/>
                  <a:pt x="0" y="72"/>
                </a:cubicBezTo>
                <a:cubicBezTo>
                  <a:pt x="0" y="60"/>
                  <a:pt x="8" y="47"/>
                  <a:pt x="19" y="41"/>
                </a:cubicBezTo>
                <a:cubicBezTo>
                  <a:pt x="19" y="41"/>
                  <a:pt x="19" y="40"/>
                  <a:pt x="19" y="40"/>
                </a:cubicBezTo>
                <a:cubicBezTo>
                  <a:pt x="19" y="27"/>
                  <a:pt x="29" y="16"/>
                  <a:pt x="43" y="16"/>
                </a:cubicBezTo>
                <a:cubicBezTo>
                  <a:pt x="44" y="16"/>
                  <a:pt x="44" y="16"/>
                  <a:pt x="45" y="16"/>
                </a:cubicBezTo>
                <a:cubicBezTo>
                  <a:pt x="46" y="16"/>
                  <a:pt x="46" y="16"/>
                  <a:pt x="46" y="16"/>
                </a:cubicBezTo>
                <a:cubicBezTo>
                  <a:pt x="47" y="16"/>
                  <a:pt x="47" y="16"/>
                  <a:pt x="48" y="17"/>
                </a:cubicBezTo>
                <a:cubicBezTo>
                  <a:pt x="48" y="17"/>
                  <a:pt x="49" y="17"/>
                  <a:pt x="49" y="17"/>
                </a:cubicBezTo>
                <a:cubicBezTo>
                  <a:pt x="49" y="17"/>
                  <a:pt x="50" y="17"/>
                  <a:pt x="51" y="17"/>
                </a:cubicBezTo>
                <a:cubicBezTo>
                  <a:pt x="51" y="17"/>
                  <a:pt x="51" y="18"/>
                  <a:pt x="51" y="18"/>
                </a:cubicBezTo>
                <a:cubicBezTo>
                  <a:pt x="52" y="18"/>
                  <a:pt x="53" y="18"/>
                  <a:pt x="53" y="18"/>
                </a:cubicBezTo>
                <a:cubicBezTo>
                  <a:pt x="53" y="19"/>
                  <a:pt x="54" y="19"/>
                  <a:pt x="54" y="19"/>
                </a:cubicBezTo>
                <a:cubicBezTo>
                  <a:pt x="62" y="7"/>
                  <a:pt x="76" y="0"/>
                  <a:pt x="91" y="0"/>
                </a:cubicBezTo>
                <a:cubicBezTo>
                  <a:pt x="115" y="0"/>
                  <a:pt x="135" y="19"/>
                  <a:pt x="136" y="43"/>
                </a:cubicBezTo>
                <a:cubicBezTo>
                  <a:pt x="150" y="47"/>
                  <a:pt x="160" y="60"/>
                  <a:pt x="160" y="75"/>
                </a:cubicBezTo>
                <a:close/>
                <a:moveTo>
                  <a:pt x="102" y="110"/>
                </a:moveTo>
                <a:cubicBezTo>
                  <a:pt x="85" y="127"/>
                  <a:pt x="85" y="127"/>
                  <a:pt x="85" y="127"/>
                </a:cubicBezTo>
                <a:cubicBezTo>
                  <a:pt x="85" y="72"/>
                  <a:pt x="85" y="72"/>
                  <a:pt x="85" y="72"/>
                </a:cubicBezTo>
                <a:cubicBezTo>
                  <a:pt x="85" y="71"/>
                  <a:pt x="84" y="69"/>
                  <a:pt x="83" y="69"/>
                </a:cubicBezTo>
                <a:cubicBezTo>
                  <a:pt x="81" y="69"/>
                  <a:pt x="80" y="71"/>
                  <a:pt x="80" y="72"/>
                </a:cubicBezTo>
                <a:cubicBezTo>
                  <a:pt x="80" y="127"/>
                  <a:pt x="80" y="127"/>
                  <a:pt x="80" y="127"/>
                </a:cubicBezTo>
                <a:cubicBezTo>
                  <a:pt x="63" y="110"/>
                  <a:pt x="63" y="110"/>
                  <a:pt x="63" y="110"/>
                </a:cubicBezTo>
                <a:cubicBezTo>
                  <a:pt x="62" y="109"/>
                  <a:pt x="60" y="109"/>
                  <a:pt x="59" y="110"/>
                </a:cubicBezTo>
                <a:cubicBezTo>
                  <a:pt x="58" y="111"/>
                  <a:pt x="58" y="113"/>
                  <a:pt x="59" y="114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81" y="135"/>
                  <a:pt x="81" y="136"/>
                  <a:pt x="82" y="136"/>
                </a:cubicBezTo>
                <a:cubicBezTo>
                  <a:pt x="82" y="136"/>
                  <a:pt x="82" y="136"/>
                  <a:pt x="83" y="136"/>
                </a:cubicBezTo>
                <a:cubicBezTo>
                  <a:pt x="83" y="136"/>
                  <a:pt x="83" y="136"/>
                  <a:pt x="84" y="136"/>
                </a:cubicBezTo>
                <a:cubicBezTo>
                  <a:pt x="84" y="136"/>
                  <a:pt x="84" y="135"/>
                  <a:pt x="85" y="135"/>
                </a:cubicBezTo>
                <a:cubicBezTo>
                  <a:pt x="106" y="114"/>
                  <a:pt x="106" y="114"/>
                  <a:pt x="106" y="114"/>
                </a:cubicBezTo>
                <a:cubicBezTo>
                  <a:pt x="107" y="113"/>
                  <a:pt x="107" y="111"/>
                  <a:pt x="106" y="110"/>
                </a:cubicBezTo>
                <a:cubicBezTo>
                  <a:pt x="105" y="109"/>
                  <a:pt x="103" y="109"/>
                  <a:pt x="102" y="11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36000">
                <a:schemeClr val="accent1">
                  <a:alpha val="77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TextBox 43">
            <a:extLst>
              <a:ext uri="{FF2B5EF4-FFF2-40B4-BE49-F238E27FC236}">
                <a16:creationId xmlns:a16="http://schemas.microsoft.com/office/drawing/2014/main" id="{CAF743C1-ACCF-41F5-BEC8-CB562C418274}"/>
              </a:ext>
            </a:extLst>
          </p:cNvPr>
          <p:cNvSpPr txBox="1"/>
          <p:nvPr/>
        </p:nvSpPr>
        <p:spPr>
          <a:xfrm>
            <a:off x="7491913" y="2532683"/>
            <a:ext cx="3889976" cy="454218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A peep at some distant orb has power </a:t>
            </a:r>
            <a:b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to raise our thoughts like a strain of sacred music.</a:t>
            </a:r>
          </a:p>
        </p:txBody>
      </p:sp>
      <p:sp>
        <p:nvSpPr>
          <p:cNvPr id="35" name="Freeform 2130">
            <a:extLst>
              <a:ext uri="{FF2B5EF4-FFF2-40B4-BE49-F238E27FC236}">
                <a16:creationId xmlns:a16="http://schemas.microsoft.com/office/drawing/2014/main" id="{35275197-3F64-400E-94ED-4D791C543BC1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6715373" y="2498816"/>
            <a:ext cx="534378" cy="521952"/>
          </a:xfrm>
          <a:custGeom>
            <a:avLst/>
            <a:gdLst>
              <a:gd name="T0" fmla="*/ 131 w 160"/>
              <a:gd name="T1" fmla="*/ 76 h 155"/>
              <a:gd name="T2" fmla="*/ 23 w 160"/>
              <a:gd name="T3" fmla="*/ 73 h 155"/>
              <a:gd name="T4" fmla="*/ 26 w 160"/>
              <a:gd name="T5" fmla="*/ 70 h 155"/>
              <a:gd name="T6" fmla="*/ 35 w 160"/>
              <a:gd name="T7" fmla="*/ 85 h 155"/>
              <a:gd name="T8" fmla="*/ 32 w 160"/>
              <a:gd name="T9" fmla="*/ 82 h 155"/>
              <a:gd name="T10" fmla="*/ 55 w 160"/>
              <a:gd name="T11" fmla="*/ 82 h 155"/>
              <a:gd name="T12" fmla="*/ 41 w 160"/>
              <a:gd name="T13" fmla="*/ 91 h 155"/>
              <a:gd name="T14" fmla="*/ 44 w 160"/>
              <a:gd name="T15" fmla="*/ 88 h 155"/>
              <a:gd name="T16" fmla="*/ 61 w 160"/>
              <a:gd name="T17" fmla="*/ 94 h 155"/>
              <a:gd name="T18" fmla="*/ 58 w 160"/>
              <a:gd name="T19" fmla="*/ 91 h 155"/>
              <a:gd name="T20" fmla="*/ 73 w 160"/>
              <a:gd name="T21" fmla="*/ 99 h 155"/>
              <a:gd name="T22" fmla="*/ 84 w 160"/>
              <a:gd name="T23" fmla="*/ 99 h 155"/>
              <a:gd name="T24" fmla="*/ 87 w 160"/>
              <a:gd name="T25" fmla="*/ 97 h 155"/>
              <a:gd name="T26" fmla="*/ 96 w 160"/>
              <a:gd name="T27" fmla="*/ 94 h 155"/>
              <a:gd name="T28" fmla="*/ 93 w 160"/>
              <a:gd name="T29" fmla="*/ 91 h 155"/>
              <a:gd name="T30" fmla="*/ 82 w 160"/>
              <a:gd name="T31" fmla="*/ 108 h 155"/>
              <a:gd name="T32" fmla="*/ 102 w 160"/>
              <a:gd name="T33" fmla="*/ 82 h 155"/>
              <a:gd name="T34" fmla="*/ 105 w 160"/>
              <a:gd name="T35" fmla="*/ 79 h 155"/>
              <a:gd name="T36" fmla="*/ 122 w 160"/>
              <a:gd name="T37" fmla="*/ 85 h 155"/>
              <a:gd name="T38" fmla="*/ 119 w 160"/>
              <a:gd name="T39" fmla="*/ 82 h 155"/>
              <a:gd name="T40" fmla="*/ 117 w 160"/>
              <a:gd name="T41" fmla="*/ 91 h 155"/>
              <a:gd name="T42" fmla="*/ 132 w 160"/>
              <a:gd name="T43" fmla="*/ 93 h 155"/>
              <a:gd name="T44" fmla="*/ 80 w 160"/>
              <a:gd name="T45" fmla="*/ 155 h 155"/>
              <a:gd name="T46" fmla="*/ 0 w 160"/>
              <a:gd name="T47" fmla="*/ 77 h 155"/>
              <a:gd name="T48" fmla="*/ 80 w 160"/>
              <a:gd name="T49" fmla="*/ 0 h 155"/>
              <a:gd name="T50" fmla="*/ 160 w 160"/>
              <a:gd name="T51" fmla="*/ 77 h 155"/>
              <a:gd name="T52" fmla="*/ 12 w 160"/>
              <a:gd name="T53" fmla="*/ 45 h 155"/>
              <a:gd name="T54" fmla="*/ 126 w 160"/>
              <a:gd name="T55" fmla="*/ 58 h 155"/>
              <a:gd name="T56" fmla="*/ 12 w 160"/>
              <a:gd name="T57" fmla="*/ 45 h 155"/>
              <a:gd name="T58" fmla="*/ 18 w 160"/>
              <a:gd name="T59" fmla="*/ 79 h 155"/>
              <a:gd name="T60" fmla="*/ 50 w 160"/>
              <a:gd name="T61" fmla="*/ 99 h 155"/>
              <a:gd name="T62" fmla="*/ 54 w 160"/>
              <a:gd name="T63" fmla="*/ 102 h 155"/>
              <a:gd name="T64" fmla="*/ 64 w 160"/>
              <a:gd name="T65" fmla="*/ 107 h 155"/>
              <a:gd name="T66" fmla="*/ 93 w 160"/>
              <a:gd name="T67" fmla="*/ 108 h 155"/>
              <a:gd name="T68" fmla="*/ 105 w 160"/>
              <a:gd name="T69" fmla="*/ 102 h 155"/>
              <a:gd name="T70" fmla="*/ 108 w 160"/>
              <a:gd name="T71" fmla="*/ 99 h 155"/>
              <a:gd name="T72" fmla="*/ 126 w 160"/>
              <a:gd name="T73" fmla="*/ 90 h 155"/>
              <a:gd name="T74" fmla="*/ 140 w 160"/>
              <a:gd name="T75" fmla="*/ 79 h 155"/>
              <a:gd name="T76" fmla="*/ 126 w 160"/>
              <a:gd name="T77" fmla="*/ 65 h 155"/>
              <a:gd name="T78" fmla="*/ 122 w 160"/>
              <a:gd name="T79" fmla="*/ 67 h 155"/>
              <a:gd name="T80" fmla="*/ 114 w 160"/>
              <a:gd name="T81" fmla="*/ 76 h 155"/>
              <a:gd name="T82" fmla="*/ 82 w 160"/>
              <a:gd name="T83" fmla="*/ 91 h 155"/>
              <a:gd name="T84" fmla="*/ 76 w 160"/>
              <a:gd name="T85" fmla="*/ 89 h 155"/>
              <a:gd name="T86" fmla="*/ 44 w 160"/>
              <a:gd name="T87" fmla="*/ 76 h 155"/>
              <a:gd name="T88" fmla="*/ 37 w 160"/>
              <a:gd name="T89" fmla="*/ 67 h 155"/>
              <a:gd name="T90" fmla="*/ 12 w 160"/>
              <a:gd name="T91" fmla="*/ 77 h 155"/>
              <a:gd name="T92" fmla="*/ 34 w 160"/>
              <a:gd name="T93" fmla="*/ 97 h 155"/>
              <a:gd name="T94" fmla="*/ 148 w 160"/>
              <a:gd name="T95" fmla="*/ 110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" h="155">
                <a:moveTo>
                  <a:pt x="131" y="70"/>
                </a:moveTo>
                <a:cubicBezTo>
                  <a:pt x="133" y="70"/>
                  <a:pt x="134" y="72"/>
                  <a:pt x="134" y="73"/>
                </a:cubicBezTo>
                <a:cubicBezTo>
                  <a:pt x="134" y="75"/>
                  <a:pt x="133" y="76"/>
                  <a:pt x="131" y="76"/>
                </a:cubicBezTo>
                <a:cubicBezTo>
                  <a:pt x="129" y="76"/>
                  <a:pt x="128" y="75"/>
                  <a:pt x="128" y="73"/>
                </a:cubicBezTo>
                <a:cubicBezTo>
                  <a:pt x="128" y="72"/>
                  <a:pt x="129" y="70"/>
                  <a:pt x="131" y="70"/>
                </a:cubicBezTo>
                <a:close/>
                <a:moveTo>
                  <a:pt x="23" y="73"/>
                </a:moveTo>
                <a:cubicBezTo>
                  <a:pt x="23" y="75"/>
                  <a:pt x="25" y="76"/>
                  <a:pt x="26" y="76"/>
                </a:cubicBezTo>
                <a:cubicBezTo>
                  <a:pt x="28" y="76"/>
                  <a:pt x="29" y="75"/>
                  <a:pt x="29" y="73"/>
                </a:cubicBezTo>
                <a:cubicBezTo>
                  <a:pt x="29" y="72"/>
                  <a:pt x="28" y="70"/>
                  <a:pt x="26" y="70"/>
                </a:cubicBezTo>
                <a:cubicBezTo>
                  <a:pt x="25" y="70"/>
                  <a:pt x="23" y="72"/>
                  <a:pt x="23" y="73"/>
                </a:cubicBezTo>
                <a:close/>
                <a:moveTo>
                  <a:pt x="32" y="82"/>
                </a:moveTo>
                <a:cubicBezTo>
                  <a:pt x="32" y="84"/>
                  <a:pt x="33" y="85"/>
                  <a:pt x="35" y="85"/>
                </a:cubicBezTo>
                <a:cubicBezTo>
                  <a:pt x="37" y="85"/>
                  <a:pt x="38" y="84"/>
                  <a:pt x="38" y="82"/>
                </a:cubicBezTo>
                <a:cubicBezTo>
                  <a:pt x="38" y="80"/>
                  <a:pt x="37" y="79"/>
                  <a:pt x="35" y="79"/>
                </a:cubicBezTo>
                <a:cubicBezTo>
                  <a:pt x="33" y="79"/>
                  <a:pt x="32" y="80"/>
                  <a:pt x="32" y="82"/>
                </a:cubicBezTo>
                <a:close/>
                <a:moveTo>
                  <a:pt x="50" y="82"/>
                </a:moveTo>
                <a:cubicBezTo>
                  <a:pt x="50" y="84"/>
                  <a:pt x="51" y="85"/>
                  <a:pt x="52" y="85"/>
                </a:cubicBezTo>
                <a:cubicBezTo>
                  <a:pt x="54" y="85"/>
                  <a:pt x="55" y="84"/>
                  <a:pt x="55" y="82"/>
                </a:cubicBezTo>
                <a:cubicBezTo>
                  <a:pt x="55" y="80"/>
                  <a:pt x="54" y="79"/>
                  <a:pt x="52" y="79"/>
                </a:cubicBezTo>
                <a:cubicBezTo>
                  <a:pt x="51" y="79"/>
                  <a:pt x="50" y="80"/>
                  <a:pt x="50" y="82"/>
                </a:cubicBezTo>
                <a:close/>
                <a:moveTo>
                  <a:pt x="41" y="91"/>
                </a:moveTo>
                <a:cubicBezTo>
                  <a:pt x="41" y="92"/>
                  <a:pt x="42" y="94"/>
                  <a:pt x="44" y="94"/>
                </a:cubicBezTo>
                <a:cubicBezTo>
                  <a:pt x="45" y="94"/>
                  <a:pt x="47" y="92"/>
                  <a:pt x="47" y="91"/>
                </a:cubicBezTo>
                <a:cubicBezTo>
                  <a:pt x="47" y="89"/>
                  <a:pt x="45" y="88"/>
                  <a:pt x="44" y="88"/>
                </a:cubicBezTo>
                <a:cubicBezTo>
                  <a:pt x="42" y="88"/>
                  <a:pt x="41" y="89"/>
                  <a:pt x="41" y="91"/>
                </a:cubicBezTo>
                <a:close/>
                <a:moveTo>
                  <a:pt x="58" y="91"/>
                </a:moveTo>
                <a:cubicBezTo>
                  <a:pt x="58" y="92"/>
                  <a:pt x="60" y="94"/>
                  <a:pt x="61" y="94"/>
                </a:cubicBezTo>
                <a:cubicBezTo>
                  <a:pt x="63" y="94"/>
                  <a:pt x="64" y="92"/>
                  <a:pt x="64" y="91"/>
                </a:cubicBezTo>
                <a:cubicBezTo>
                  <a:pt x="64" y="89"/>
                  <a:pt x="63" y="88"/>
                  <a:pt x="61" y="88"/>
                </a:cubicBezTo>
                <a:cubicBezTo>
                  <a:pt x="60" y="88"/>
                  <a:pt x="58" y="89"/>
                  <a:pt x="58" y="91"/>
                </a:cubicBezTo>
                <a:close/>
                <a:moveTo>
                  <a:pt x="67" y="99"/>
                </a:moveTo>
                <a:cubicBezTo>
                  <a:pt x="67" y="101"/>
                  <a:pt x="68" y="102"/>
                  <a:pt x="70" y="102"/>
                </a:cubicBezTo>
                <a:cubicBezTo>
                  <a:pt x="72" y="102"/>
                  <a:pt x="73" y="101"/>
                  <a:pt x="73" y="99"/>
                </a:cubicBezTo>
                <a:cubicBezTo>
                  <a:pt x="73" y="98"/>
                  <a:pt x="72" y="97"/>
                  <a:pt x="70" y="97"/>
                </a:cubicBezTo>
                <a:cubicBezTo>
                  <a:pt x="68" y="97"/>
                  <a:pt x="67" y="98"/>
                  <a:pt x="67" y="99"/>
                </a:cubicBezTo>
                <a:close/>
                <a:moveTo>
                  <a:pt x="84" y="99"/>
                </a:moveTo>
                <a:cubicBezTo>
                  <a:pt x="84" y="101"/>
                  <a:pt x="86" y="102"/>
                  <a:pt x="87" y="102"/>
                </a:cubicBezTo>
                <a:cubicBezTo>
                  <a:pt x="89" y="102"/>
                  <a:pt x="90" y="101"/>
                  <a:pt x="90" y="99"/>
                </a:cubicBezTo>
                <a:cubicBezTo>
                  <a:pt x="90" y="98"/>
                  <a:pt x="89" y="97"/>
                  <a:pt x="87" y="97"/>
                </a:cubicBezTo>
                <a:cubicBezTo>
                  <a:pt x="86" y="97"/>
                  <a:pt x="84" y="98"/>
                  <a:pt x="84" y="99"/>
                </a:cubicBezTo>
                <a:close/>
                <a:moveTo>
                  <a:pt x="93" y="91"/>
                </a:moveTo>
                <a:cubicBezTo>
                  <a:pt x="93" y="92"/>
                  <a:pt x="95" y="94"/>
                  <a:pt x="96" y="94"/>
                </a:cubicBezTo>
                <a:cubicBezTo>
                  <a:pt x="98" y="94"/>
                  <a:pt x="99" y="92"/>
                  <a:pt x="99" y="91"/>
                </a:cubicBezTo>
                <a:cubicBezTo>
                  <a:pt x="99" y="89"/>
                  <a:pt x="98" y="88"/>
                  <a:pt x="96" y="88"/>
                </a:cubicBezTo>
                <a:cubicBezTo>
                  <a:pt x="95" y="88"/>
                  <a:pt x="93" y="89"/>
                  <a:pt x="93" y="91"/>
                </a:cubicBezTo>
                <a:close/>
                <a:moveTo>
                  <a:pt x="76" y="108"/>
                </a:moveTo>
                <a:cubicBezTo>
                  <a:pt x="76" y="110"/>
                  <a:pt x="77" y="111"/>
                  <a:pt x="79" y="111"/>
                </a:cubicBezTo>
                <a:cubicBezTo>
                  <a:pt x="80" y="111"/>
                  <a:pt x="82" y="110"/>
                  <a:pt x="82" y="108"/>
                </a:cubicBezTo>
                <a:cubicBezTo>
                  <a:pt x="82" y="107"/>
                  <a:pt x="80" y="105"/>
                  <a:pt x="79" y="105"/>
                </a:cubicBezTo>
                <a:cubicBezTo>
                  <a:pt x="77" y="105"/>
                  <a:pt x="76" y="107"/>
                  <a:pt x="76" y="108"/>
                </a:cubicBezTo>
                <a:close/>
                <a:moveTo>
                  <a:pt x="102" y="82"/>
                </a:moveTo>
                <a:cubicBezTo>
                  <a:pt x="102" y="84"/>
                  <a:pt x="103" y="85"/>
                  <a:pt x="105" y="85"/>
                </a:cubicBezTo>
                <a:cubicBezTo>
                  <a:pt x="106" y="85"/>
                  <a:pt x="108" y="84"/>
                  <a:pt x="108" y="82"/>
                </a:cubicBezTo>
                <a:cubicBezTo>
                  <a:pt x="108" y="80"/>
                  <a:pt x="106" y="79"/>
                  <a:pt x="105" y="79"/>
                </a:cubicBezTo>
                <a:cubicBezTo>
                  <a:pt x="103" y="79"/>
                  <a:pt x="102" y="80"/>
                  <a:pt x="102" y="82"/>
                </a:cubicBezTo>
                <a:close/>
                <a:moveTo>
                  <a:pt x="119" y="82"/>
                </a:moveTo>
                <a:cubicBezTo>
                  <a:pt x="119" y="84"/>
                  <a:pt x="121" y="85"/>
                  <a:pt x="122" y="85"/>
                </a:cubicBezTo>
                <a:cubicBezTo>
                  <a:pt x="124" y="85"/>
                  <a:pt x="125" y="84"/>
                  <a:pt x="125" y="82"/>
                </a:cubicBezTo>
                <a:cubicBezTo>
                  <a:pt x="125" y="80"/>
                  <a:pt x="124" y="79"/>
                  <a:pt x="122" y="79"/>
                </a:cubicBezTo>
                <a:cubicBezTo>
                  <a:pt x="121" y="79"/>
                  <a:pt x="119" y="80"/>
                  <a:pt x="119" y="82"/>
                </a:cubicBezTo>
                <a:close/>
                <a:moveTo>
                  <a:pt x="111" y="91"/>
                </a:moveTo>
                <a:cubicBezTo>
                  <a:pt x="111" y="92"/>
                  <a:pt x="112" y="94"/>
                  <a:pt x="114" y="94"/>
                </a:cubicBezTo>
                <a:cubicBezTo>
                  <a:pt x="115" y="94"/>
                  <a:pt x="117" y="92"/>
                  <a:pt x="117" y="91"/>
                </a:cubicBezTo>
                <a:cubicBezTo>
                  <a:pt x="117" y="89"/>
                  <a:pt x="115" y="88"/>
                  <a:pt x="114" y="88"/>
                </a:cubicBezTo>
                <a:cubicBezTo>
                  <a:pt x="112" y="88"/>
                  <a:pt x="111" y="89"/>
                  <a:pt x="111" y="91"/>
                </a:cubicBezTo>
                <a:close/>
                <a:moveTo>
                  <a:pt x="132" y="93"/>
                </a:moveTo>
                <a:cubicBezTo>
                  <a:pt x="132" y="94"/>
                  <a:pt x="132" y="94"/>
                  <a:pt x="132" y="94"/>
                </a:cubicBezTo>
                <a:cubicBezTo>
                  <a:pt x="160" y="109"/>
                  <a:pt x="160" y="109"/>
                  <a:pt x="160" y="109"/>
                </a:cubicBezTo>
                <a:cubicBezTo>
                  <a:pt x="80" y="155"/>
                  <a:pt x="80" y="155"/>
                  <a:pt x="80" y="155"/>
                </a:cubicBezTo>
                <a:cubicBezTo>
                  <a:pt x="0" y="109"/>
                  <a:pt x="0" y="109"/>
                  <a:pt x="0" y="109"/>
                </a:cubicBezTo>
                <a:cubicBezTo>
                  <a:pt x="28" y="94"/>
                  <a:pt x="28" y="94"/>
                  <a:pt x="28" y="94"/>
                </a:cubicBezTo>
                <a:cubicBezTo>
                  <a:pt x="0" y="77"/>
                  <a:pt x="0" y="77"/>
                  <a:pt x="0" y="77"/>
                </a:cubicBezTo>
                <a:cubicBezTo>
                  <a:pt x="28" y="61"/>
                  <a:pt x="28" y="61"/>
                  <a:pt x="28" y="61"/>
                </a:cubicBezTo>
                <a:cubicBezTo>
                  <a:pt x="0" y="45"/>
                  <a:pt x="0" y="45"/>
                  <a:pt x="0" y="45"/>
                </a:cubicBezTo>
                <a:cubicBezTo>
                  <a:pt x="80" y="0"/>
                  <a:pt x="80" y="0"/>
                  <a:pt x="80" y="0"/>
                </a:cubicBezTo>
                <a:cubicBezTo>
                  <a:pt x="160" y="45"/>
                  <a:pt x="160" y="45"/>
                  <a:pt x="160" y="45"/>
                </a:cubicBezTo>
                <a:cubicBezTo>
                  <a:pt x="132" y="61"/>
                  <a:pt x="132" y="61"/>
                  <a:pt x="132" y="61"/>
                </a:cubicBezTo>
                <a:cubicBezTo>
                  <a:pt x="160" y="77"/>
                  <a:pt x="160" y="77"/>
                  <a:pt x="160" y="77"/>
                </a:cubicBezTo>
                <a:cubicBezTo>
                  <a:pt x="133" y="93"/>
                  <a:pt x="133" y="93"/>
                  <a:pt x="133" y="93"/>
                </a:cubicBezTo>
                <a:cubicBezTo>
                  <a:pt x="132" y="93"/>
                  <a:pt x="132" y="93"/>
                  <a:pt x="132" y="93"/>
                </a:cubicBezTo>
                <a:close/>
                <a:moveTo>
                  <a:pt x="12" y="45"/>
                </a:moveTo>
                <a:cubicBezTo>
                  <a:pt x="80" y="84"/>
                  <a:pt x="80" y="84"/>
                  <a:pt x="80" y="84"/>
                </a:cubicBezTo>
                <a:cubicBezTo>
                  <a:pt x="126" y="58"/>
                  <a:pt x="126" y="58"/>
                  <a:pt x="126" y="58"/>
                </a:cubicBezTo>
                <a:cubicBezTo>
                  <a:pt x="126" y="58"/>
                  <a:pt x="126" y="58"/>
                  <a:pt x="126" y="58"/>
                </a:cubicBezTo>
                <a:cubicBezTo>
                  <a:pt x="148" y="45"/>
                  <a:pt x="148" y="45"/>
                  <a:pt x="148" y="45"/>
                </a:cubicBezTo>
                <a:cubicBezTo>
                  <a:pt x="80" y="7"/>
                  <a:pt x="80" y="7"/>
                  <a:pt x="80" y="7"/>
                </a:cubicBezTo>
                <a:lnTo>
                  <a:pt x="12" y="45"/>
                </a:lnTo>
                <a:close/>
                <a:moveTo>
                  <a:pt x="12" y="77"/>
                </a:moveTo>
                <a:cubicBezTo>
                  <a:pt x="16" y="80"/>
                  <a:pt x="16" y="80"/>
                  <a:pt x="16" y="80"/>
                </a:cubicBezTo>
                <a:cubicBezTo>
                  <a:pt x="16" y="79"/>
                  <a:pt x="17" y="79"/>
                  <a:pt x="18" y="79"/>
                </a:cubicBezTo>
                <a:cubicBezTo>
                  <a:pt x="19" y="79"/>
                  <a:pt x="20" y="80"/>
                  <a:pt x="20" y="82"/>
                </a:cubicBezTo>
                <a:cubicBezTo>
                  <a:pt x="20" y="82"/>
                  <a:pt x="20" y="82"/>
                  <a:pt x="20" y="82"/>
                </a:cubicBezTo>
                <a:cubicBezTo>
                  <a:pt x="50" y="99"/>
                  <a:pt x="50" y="99"/>
                  <a:pt x="50" y="99"/>
                </a:cubicBezTo>
                <a:cubicBezTo>
                  <a:pt x="50" y="98"/>
                  <a:pt x="51" y="97"/>
                  <a:pt x="52" y="97"/>
                </a:cubicBezTo>
                <a:cubicBezTo>
                  <a:pt x="54" y="97"/>
                  <a:pt x="55" y="98"/>
                  <a:pt x="55" y="99"/>
                </a:cubicBezTo>
                <a:cubicBezTo>
                  <a:pt x="55" y="100"/>
                  <a:pt x="55" y="101"/>
                  <a:pt x="54" y="102"/>
                </a:cubicBezTo>
                <a:cubicBezTo>
                  <a:pt x="61" y="105"/>
                  <a:pt x="61" y="105"/>
                  <a:pt x="61" y="105"/>
                </a:cubicBezTo>
                <a:cubicBezTo>
                  <a:pt x="61" y="105"/>
                  <a:pt x="61" y="105"/>
                  <a:pt x="61" y="105"/>
                </a:cubicBezTo>
                <a:cubicBezTo>
                  <a:pt x="63" y="105"/>
                  <a:pt x="64" y="106"/>
                  <a:pt x="64" y="107"/>
                </a:cubicBezTo>
                <a:cubicBezTo>
                  <a:pt x="80" y="116"/>
                  <a:pt x="80" y="116"/>
                  <a:pt x="80" y="116"/>
                </a:cubicBezTo>
                <a:cubicBezTo>
                  <a:pt x="93" y="109"/>
                  <a:pt x="93" y="109"/>
                  <a:pt x="93" y="109"/>
                </a:cubicBezTo>
                <a:cubicBezTo>
                  <a:pt x="93" y="109"/>
                  <a:pt x="93" y="108"/>
                  <a:pt x="93" y="108"/>
                </a:cubicBezTo>
                <a:cubicBezTo>
                  <a:pt x="93" y="107"/>
                  <a:pt x="95" y="105"/>
                  <a:pt x="96" y="105"/>
                </a:cubicBezTo>
                <a:cubicBezTo>
                  <a:pt x="97" y="105"/>
                  <a:pt x="98" y="106"/>
                  <a:pt x="98" y="106"/>
                </a:cubicBezTo>
                <a:cubicBezTo>
                  <a:pt x="105" y="102"/>
                  <a:pt x="105" y="102"/>
                  <a:pt x="105" y="102"/>
                </a:cubicBezTo>
                <a:cubicBezTo>
                  <a:pt x="103" y="102"/>
                  <a:pt x="102" y="101"/>
                  <a:pt x="102" y="99"/>
                </a:cubicBezTo>
                <a:cubicBezTo>
                  <a:pt x="102" y="98"/>
                  <a:pt x="103" y="97"/>
                  <a:pt x="105" y="97"/>
                </a:cubicBezTo>
                <a:cubicBezTo>
                  <a:pt x="106" y="97"/>
                  <a:pt x="108" y="98"/>
                  <a:pt x="108" y="99"/>
                </a:cubicBezTo>
                <a:cubicBezTo>
                  <a:pt x="108" y="100"/>
                  <a:pt x="108" y="100"/>
                  <a:pt x="107" y="101"/>
                </a:cubicBezTo>
                <a:cubicBezTo>
                  <a:pt x="126" y="90"/>
                  <a:pt x="126" y="90"/>
                  <a:pt x="126" y="90"/>
                </a:cubicBezTo>
                <a:cubicBezTo>
                  <a:pt x="126" y="90"/>
                  <a:pt x="126" y="90"/>
                  <a:pt x="126" y="90"/>
                </a:cubicBezTo>
                <a:cubicBezTo>
                  <a:pt x="137" y="84"/>
                  <a:pt x="137" y="84"/>
                  <a:pt x="137" y="84"/>
                </a:cubicBezTo>
                <a:cubicBezTo>
                  <a:pt x="137" y="83"/>
                  <a:pt x="137" y="83"/>
                  <a:pt x="137" y="82"/>
                </a:cubicBezTo>
                <a:cubicBezTo>
                  <a:pt x="137" y="80"/>
                  <a:pt x="138" y="79"/>
                  <a:pt x="140" y="79"/>
                </a:cubicBezTo>
                <a:cubicBezTo>
                  <a:pt x="141" y="79"/>
                  <a:pt x="142" y="80"/>
                  <a:pt x="142" y="81"/>
                </a:cubicBezTo>
                <a:cubicBezTo>
                  <a:pt x="148" y="77"/>
                  <a:pt x="148" y="77"/>
                  <a:pt x="148" y="77"/>
                </a:cubicBezTo>
                <a:cubicBezTo>
                  <a:pt x="126" y="65"/>
                  <a:pt x="126" y="65"/>
                  <a:pt x="126" y="65"/>
                </a:cubicBezTo>
                <a:cubicBezTo>
                  <a:pt x="125" y="65"/>
                  <a:pt x="125" y="65"/>
                  <a:pt x="125" y="65"/>
                </a:cubicBezTo>
                <a:cubicBezTo>
                  <a:pt x="125" y="67"/>
                  <a:pt x="124" y="67"/>
                  <a:pt x="122" y="67"/>
                </a:cubicBezTo>
                <a:cubicBezTo>
                  <a:pt x="122" y="67"/>
                  <a:pt x="122" y="67"/>
                  <a:pt x="122" y="67"/>
                </a:cubicBezTo>
                <a:cubicBezTo>
                  <a:pt x="115" y="71"/>
                  <a:pt x="115" y="71"/>
                  <a:pt x="115" y="71"/>
                </a:cubicBezTo>
                <a:cubicBezTo>
                  <a:pt x="116" y="71"/>
                  <a:pt x="117" y="72"/>
                  <a:pt x="117" y="73"/>
                </a:cubicBezTo>
                <a:cubicBezTo>
                  <a:pt x="117" y="75"/>
                  <a:pt x="115" y="76"/>
                  <a:pt x="114" y="76"/>
                </a:cubicBezTo>
                <a:cubicBezTo>
                  <a:pt x="112" y="76"/>
                  <a:pt x="111" y="75"/>
                  <a:pt x="111" y="74"/>
                </a:cubicBezTo>
                <a:cubicBezTo>
                  <a:pt x="82" y="90"/>
                  <a:pt x="82" y="90"/>
                  <a:pt x="82" y="90"/>
                </a:cubicBezTo>
                <a:cubicBezTo>
                  <a:pt x="82" y="90"/>
                  <a:pt x="82" y="91"/>
                  <a:pt x="82" y="91"/>
                </a:cubicBezTo>
                <a:cubicBezTo>
                  <a:pt x="82" y="92"/>
                  <a:pt x="80" y="94"/>
                  <a:pt x="79" y="94"/>
                </a:cubicBezTo>
                <a:cubicBezTo>
                  <a:pt x="77" y="94"/>
                  <a:pt x="76" y="92"/>
                  <a:pt x="76" y="91"/>
                </a:cubicBezTo>
                <a:cubicBezTo>
                  <a:pt x="76" y="90"/>
                  <a:pt x="76" y="90"/>
                  <a:pt x="76" y="89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72"/>
                  <a:pt x="47" y="73"/>
                  <a:pt x="47" y="73"/>
                </a:cubicBezTo>
                <a:cubicBezTo>
                  <a:pt x="47" y="75"/>
                  <a:pt x="45" y="76"/>
                  <a:pt x="44" y="76"/>
                </a:cubicBezTo>
                <a:cubicBezTo>
                  <a:pt x="42" y="76"/>
                  <a:pt x="41" y="75"/>
                  <a:pt x="41" y="73"/>
                </a:cubicBezTo>
                <a:cubicBezTo>
                  <a:pt x="41" y="72"/>
                  <a:pt x="42" y="70"/>
                  <a:pt x="44" y="70"/>
                </a:cubicBezTo>
                <a:cubicBezTo>
                  <a:pt x="37" y="67"/>
                  <a:pt x="37" y="67"/>
                  <a:pt x="37" y="67"/>
                </a:cubicBezTo>
                <a:cubicBezTo>
                  <a:pt x="36" y="67"/>
                  <a:pt x="36" y="67"/>
                  <a:pt x="35" y="67"/>
                </a:cubicBezTo>
                <a:cubicBezTo>
                  <a:pt x="34" y="67"/>
                  <a:pt x="33" y="67"/>
                  <a:pt x="32" y="66"/>
                </a:cubicBezTo>
                <a:lnTo>
                  <a:pt x="12" y="77"/>
                </a:lnTo>
                <a:close/>
                <a:moveTo>
                  <a:pt x="126" y="97"/>
                </a:moveTo>
                <a:cubicBezTo>
                  <a:pt x="80" y="123"/>
                  <a:pt x="80" y="123"/>
                  <a:pt x="80" y="123"/>
                </a:cubicBezTo>
                <a:cubicBezTo>
                  <a:pt x="34" y="97"/>
                  <a:pt x="34" y="97"/>
                  <a:pt x="34" y="97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80" y="148"/>
                  <a:pt x="80" y="148"/>
                  <a:pt x="80" y="148"/>
                </a:cubicBezTo>
                <a:cubicBezTo>
                  <a:pt x="148" y="110"/>
                  <a:pt x="148" y="110"/>
                  <a:pt x="148" y="110"/>
                </a:cubicBezTo>
                <a:lnTo>
                  <a:pt x="126" y="9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36000">
                <a:schemeClr val="accent1">
                  <a:alpha val="77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TextBox 40">
            <a:extLst>
              <a:ext uri="{FF2B5EF4-FFF2-40B4-BE49-F238E27FC236}">
                <a16:creationId xmlns:a16="http://schemas.microsoft.com/office/drawing/2014/main" id="{88C259EC-D17A-4AF5-B2C1-FBF2AEC3A2DF}"/>
              </a:ext>
            </a:extLst>
          </p:cNvPr>
          <p:cNvSpPr txBox="1"/>
          <p:nvPr/>
        </p:nvSpPr>
        <p:spPr>
          <a:xfrm>
            <a:off x="7491912" y="4847963"/>
            <a:ext cx="3889977" cy="454218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A peep at some distant orb has power to </a:t>
            </a:r>
            <a:b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raise and purify our thoughts like a strain of sacred.</a:t>
            </a:r>
          </a:p>
        </p:txBody>
      </p:sp>
      <p:sp>
        <p:nvSpPr>
          <p:cNvPr id="36" name="Freeform 848">
            <a:extLst>
              <a:ext uri="{FF2B5EF4-FFF2-40B4-BE49-F238E27FC236}">
                <a16:creationId xmlns:a16="http://schemas.microsoft.com/office/drawing/2014/main" id="{08E787AA-0A0B-483D-A721-60EA009832BF}"/>
              </a:ext>
            </a:extLst>
          </p:cNvPr>
          <p:cNvSpPr>
            <a:spLocks noEditPoints="1"/>
          </p:cNvSpPr>
          <p:nvPr/>
        </p:nvSpPr>
        <p:spPr bwMode="auto">
          <a:xfrm>
            <a:off x="6743525" y="4853406"/>
            <a:ext cx="478074" cy="443332"/>
          </a:xfrm>
          <a:custGeom>
            <a:avLst/>
            <a:gdLst>
              <a:gd name="T0" fmla="*/ 125 w 160"/>
              <a:gd name="T1" fmla="*/ 53 h 147"/>
              <a:gd name="T2" fmla="*/ 93 w 160"/>
              <a:gd name="T3" fmla="*/ 15 h 147"/>
              <a:gd name="T4" fmla="*/ 80 w 160"/>
              <a:gd name="T5" fmla="*/ 0 h 147"/>
              <a:gd name="T6" fmla="*/ 67 w 160"/>
              <a:gd name="T7" fmla="*/ 15 h 147"/>
              <a:gd name="T8" fmla="*/ 35 w 160"/>
              <a:gd name="T9" fmla="*/ 53 h 147"/>
              <a:gd name="T10" fmla="*/ 17 w 160"/>
              <a:gd name="T11" fmla="*/ 121 h 147"/>
              <a:gd name="T12" fmla="*/ 18 w 160"/>
              <a:gd name="T13" fmla="*/ 125 h 147"/>
              <a:gd name="T14" fmla="*/ 57 w 160"/>
              <a:gd name="T15" fmla="*/ 132 h 147"/>
              <a:gd name="T16" fmla="*/ 104 w 160"/>
              <a:gd name="T17" fmla="*/ 132 h 147"/>
              <a:gd name="T18" fmla="*/ 143 w 160"/>
              <a:gd name="T19" fmla="*/ 125 h 147"/>
              <a:gd name="T20" fmla="*/ 144 w 160"/>
              <a:gd name="T21" fmla="*/ 121 h 147"/>
              <a:gd name="T22" fmla="*/ 72 w 160"/>
              <a:gd name="T23" fmla="*/ 13 h 147"/>
              <a:gd name="T24" fmla="*/ 88 w 160"/>
              <a:gd name="T25" fmla="*/ 13 h 147"/>
              <a:gd name="T26" fmla="*/ 72 w 160"/>
              <a:gd name="T27" fmla="*/ 14 h 147"/>
              <a:gd name="T28" fmla="*/ 80 w 160"/>
              <a:gd name="T29" fmla="*/ 141 h 147"/>
              <a:gd name="T30" fmla="*/ 80 w 160"/>
              <a:gd name="T31" fmla="*/ 133 h 147"/>
              <a:gd name="T32" fmla="*/ 80 w 160"/>
              <a:gd name="T33" fmla="*/ 141 h 147"/>
              <a:gd name="T34" fmla="*/ 102 w 160"/>
              <a:gd name="T35" fmla="*/ 127 h 147"/>
              <a:gd name="T36" fmla="*/ 97 w 160"/>
              <a:gd name="T37" fmla="*/ 127 h 147"/>
              <a:gd name="T38" fmla="*/ 91 w 160"/>
              <a:gd name="T39" fmla="*/ 128 h 147"/>
              <a:gd name="T40" fmla="*/ 86 w 160"/>
              <a:gd name="T41" fmla="*/ 128 h 147"/>
              <a:gd name="T42" fmla="*/ 76 w 160"/>
              <a:gd name="T43" fmla="*/ 128 h 147"/>
              <a:gd name="T44" fmla="*/ 70 w 160"/>
              <a:gd name="T45" fmla="*/ 128 h 147"/>
              <a:gd name="T46" fmla="*/ 65 w 160"/>
              <a:gd name="T47" fmla="*/ 127 h 147"/>
              <a:gd name="T48" fmla="*/ 59 w 160"/>
              <a:gd name="T49" fmla="*/ 127 h 147"/>
              <a:gd name="T50" fmla="*/ 44 w 160"/>
              <a:gd name="T51" fmla="*/ 124 h 147"/>
              <a:gd name="T52" fmla="*/ 40 w 160"/>
              <a:gd name="T53" fmla="*/ 77 h 147"/>
              <a:gd name="T54" fmla="*/ 61 w 160"/>
              <a:gd name="T55" fmla="*/ 23 h 147"/>
              <a:gd name="T56" fmla="*/ 70 w 160"/>
              <a:gd name="T57" fmla="*/ 20 h 147"/>
              <a:gd name="T58" fmla="*/ 90 w 160"/>
              <a:gd name="T59" fmla="*/ 20 h 147"/>
              <a:gd name="T60" fmla="*/ 120 w 160"/>
              <a:gd name="T61" fmla="*/ 53 h 147"/>
              <a:gd name="T62" fmla="*/ 137 w 160"/>
              <a:gd name="T63" fmla="*/ 121 h 147"/>
              <a:gd name="T64" fmla="*/ 98 w 160"/>
              <a:gd name="T65" fmla="*/ 34 h 147"/>
              <a:gd name="T66" fmla="*/ 66 w 160"/>
              <a:gd name="T67" fmla="*/ 35 h 147"/>
              <a:gd name="T68" fmla="*/ 51 w 160"/>
              <a:gd name="T69" fmla="*/ 56 h 147"/>
              <a:gd name="T70" fmla="*/ 48 w 160"/>
              <a:gd name="T71" fmla="*/ 53 h 147"/>
              <a:gd name="T72" fmla="*/ 97 w 160"/>
              <a:gd name="T73" fmla="*/ 30 h 147"/>
              <a:gd name="T74" fmla="*/ 13 w 160"/>
              <a:gd name="T75" fmla="*/ 58 h 147"/>
              <a:gd name="T76" fmla="*/ 13 w 160"/>
              <a:gd name="T77" fmla="*/ 94 h 147"/>
              <a:gd name="T78" fmla="*/ 11 w 160"/>
              <a:gd name="T79" fmla="*/ 99 h 147"/>
              <a:gd name="T80" fmla="*/ 0 w 160"/>
              <a:gd name="T81" fmla="*/ 76 h 147"/>
              <a:gd name="T82" fmla="*/ 13 w 160"/>
              <a:gd name="T83" fmla="*/ 54 h 147"/>
              <a:gd name="T84" fmla="*/ 20 w 160"/>
              <a:gd name="T85" fmla="*/ 92 h 147"/>
              <a:gd name="T86" fmla="*/ 24 w 160"/>
              <a:gd name="T87" fmla="*/ 59 h 147"/>
              <a:gd name="T88" fmla="*/ 24 w 160"/>
              <a:gd name="T89" fmla="*/ 88 h 147"/>
              <a:gd name="T90" fmla="*/ 22 w 160"/>
              <a:gd name="T91" fmla="*/ 93 h 147"/>
              <a:gd name="T92" fmla="*/ 160 w 160"/>
              <a:gd name="T93" fmla="*/ 76 h 147"/>
              <a:gd name="T94" fmla="*/ 149 w 160"/>
              <a:gd name="T95" fmla="*/ 99 h 147"/>
              <a:gd name="T96" fmla="*/ 147 w 160"/>
              <a:gd name="T97" fmla="*/ 94 h 147"/>
              <a:gd name="T98" fmla="*/ 147 w 160"/>
              <a:gd name="T99" fmla="*/ 58 h 147"/>
              <a:gd name="T100" fmla="*/ 151 w 160"/>
              <a:gd name="T101" fmla="*/ 54 h 147"/>
              <a:gd name="T102" fmla="*/ 140 w 160"/>
              <a:gd name="T103" fmla="*/ 59 h 147"/>
              <a:gd name="T104" fmla="*/ 138 w 160"/>
              <a:gd name="T105" fmla="*/ 93 h 147"/>
              <a:gd name="T106" fmla="*/ 136 w 160"/>
              <a:gd name="T107" fmla="*/ 88 h 147"/>
              <a:gd name="T108" fmla="*/ 136 w 160"/>
              <a:gd name="T109" fmla="*/ 59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60" h="147">
                <a:moveTo>
                  <a:pt x="125" y="77"/>
                </a:moveTo>
                <a:cubicBezTo>
                  <a:pt x="125" y="53"/>
                  <a:pt x="125" y="53"/>
                  <a:pt x="125" y="53"/>
                </a:cubicBezTo>
                <a:cubicBezTo>
                  <a:pt x="126" y="35"/>
                  <a:pt x="113" y="23"/>
                  <a:pt x="103" y="18"/>
                </a:cubicBezTo>
                <a:cubicBezTo>
                  <a:pt x="100" y="17"/>
                  <a:pt x="97" y="16"/>
                  <a:pt x="93" y="15"/>
                </a:cubicBezTo>
                <a:cubicBezTo>
                  <a:pt x="93" y="13"/>
                  <a:pt x="93" y="13"/>
                  <a:pt x="93" y="13"/>
                </a:cubicBezTo>
                <a:cubicBezTo>
                  <a:pt x="93" y="6"/>
                  <a:pt x="87" y="0"/>
                  <a:pt x="80" y="0"/>
                </a:cubicBezTo>
                <a:cubicBezTo>
                  <a:pt x="73" y="0"/>
                  <a:pt x="67" y="6"/>
                  <a:pt x="67" y="13"/>
                </a:cubicBezTo>
                <a:cubicBezTo>
                  <a:pt x="67" y="15"/>
                  <a:pt x="67" y="15"/>
                  <a:pt x="67" y="15"/>
                </a:cubicBezTo>
                <a:cubicBezTo>
                  <a:pt x="64" y="16"/>
                  <a:pt x="61" y="17"/>
                  <a:pt x="58" y="18"/>
                </a:cubicBezTo>
                <a:cubicBezTo>
                  <a:pt x="47" y="24"/>
                  <a:pt x="35" y="36"/>
                  <a:pt x="35" y="53"/>
                </a:cubicBezTo>
                <a:cubicBezTo>
                  <a:pt x="35" y="77"/>
                  <a:pt x="35" y="77"/>
                  <a:pt x="35" y="77"/>
                </a:cubicBezTo>
                <a:cubicBezTo>
                  <a:pt x="35" y="94"/>
                  <a:pt x="29" y="109"/>
                  <a:pt x="17" y="121"/>
                </a:cubicBezTo>
                <a:cubicBezTo>
                  <a:pt x="16" y="121"/>
                  <a:pt x="16" y="123"/>
                  <a:pt x="16" y="123"/>
                </a:cubicBezTo>
                <a:cubicBezTo>
                  <a:pt x="16" y="124"/>
                  <a:pt x="17" y="125"/>
                  <a:pt x="18" y="125"/>
                </a:cubicBezTo>
                <a:cubicBezTo>
                  <a:pt x="44" y="130"/>
                  <a:pt x="44" y="130"/>
                  <a:pt x="44" y="130"/>
                </a:cubicBezTo>
                <a:cubicBezTo>
                  <a:pt x="48" y="130"/>
                  <a:pt x="53" y="131"/>
                  <a:pt x="57" y="132"/>
                </a:cubicBezTo>
                <a:cubicBezTo>
                  <a:pt x="61" y="141"/>
                  <a:pt x="71" y="147"/>
                  <a:pt x="80" y="147"/>
                </a:cubicBezTo>
                <a:cubicBezTo>
                  <a:pt x="90" y="147"/>
                  <a:pt x="100" y="141"/>
                  <a:pt x="104" y="132"/>
                </a:cubicBezTo>
                <a:cubicBezTo>
                  <a:pt x="108" y="131"/>
                  <a:pt x="113" y="130"/>
                  <a:pt x="117" y="130"/>
                </a:cubicBezTo>
                <a:cubicBezTo>
                  <a:pt x="143" y="125"/>
                  <a:pt x="143" y="125"/>
                  <a:pt x="143" y="125"/>
                </a:cubicBezTo>
                <a:cubicBezTo>
                  <a:pt x="144" y="125"/>
                  <a:pt x="144" y="124"/>
                  <a:pt x="145" y="123"/>
                </a:cubicBezTo>
                <a:cubicBezTo>
                  <a:pt x="145" y="123"/>
                  <a:pt x="145" y="121"/>
                  <a:pt x="144" y="121"/>
                </a:cubicBezTo>
                <a:cubicBezTo>
                  <a:pt x="132" y="108"/>
                  <a:pt x="125" y="94"/>
                  <a:pt x="125" y="77"/>
                </a:cubicBezTo>
                <a:close/>
                <a:moveTo>
                  <a:pt x="72" y="13"/>
                </a:moveTo>
                <a:cubicBezTo>
                  <a:pt x="72" y="9"/>
                  <a:pt x="76" y="5"/>
                  <a:pt x="80" y="5"/>
                </a:cubicBezTo>
                <a:cubicBezTo>
                  <a:pt x="84" y="5"/>
                  <a:pt x="88" y="9"/>
                  <a:pt x="88" y="13"/>
                </a:cubicBezTo>
                <a:cubicBezTo>
                  <a:pt x="88" y="14"/>
                  <a:pt x="88" y="14"/>
                  <a:pt x="88" y="14"/>
                </a:cubicBezTo>
                <a:cubicBezTo>
                  <a:pt x="83" y="13"/>
                  <a:pt x="77" y="13"/>
                  <a:pt x="72" y="14"/>
                </a:cubicBezTo>
                <a:lnTo>
                  <a:pt x="72" y="13"/>
                </a:lnTo>
                <a:close/>
                <a:moveTo>
                  <a:pt x="80" y="141"/>
                </a:moveTo>
                <a:cubicBezTo>
                  <a:pt x="74" y="141"/>
                  <a:pt x="67" y="138"/>
                  <a:pt x="63" y="132"/>
                </a:cubicBezTo>
                <a:cubicBezTo>
                  <a:pt x="69" y="133"/>
                  <a:pt x="75" y="133"/>
                  <a:pt x="80" y="133"/>
                </a:cubicBezTo>
                <a:cubicBezTo>
                  <a:pt x="86" y="133"/>
                  <a:pt x="92" y="133"/>
                  <a:pt x="98" y="132"/>
                </a:cubicBezTo>
                <a:cubicBezTo>
                  <a:pt x="94" y="138"/>
                  <a:pt x="87" y="141"/>
                  <a:pt x="80" y="141"/>
                </a:cubicBezTo>
                <a:close/>
                <a:moveTo>
                  <a:pt x="116" y="124"/>
                </a:moveTo>
                <a:cubicBezTo>
                  <a:pt x="111" y="125"/>
                  <a:pt x="107" y="126"/>
                  <a:pt x="102" y="127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0" y="127"/>
                  <a:pt x="98" y="127"/>
                  <a:pt x="97" y="127"/>
                </a:cubicBezTo>
                <a:cubicBezTo>
                  <a:pt x="96" y="127"/>
                  <a:pt x="96" y="127"/>
                  <a:pt x="96" y="127"/>
                </a:cubicBezTo>
                <a:cubicBezTo>
                  <a:pt x="95" y="127"/>
                  <a:pt x="93" y="128"/>
                  <a:pt x="91" y="128"/>
                </a:cubicBezTo>
                <a:cubicBezTo>
                  <a:pt x="91" y="128"/>
                  <a:pt x="91" y="128"/>
                  <a:pt x="91" y="128"/>
                </a:cubicBezTo>
                <a:cubicBezTo>
                  <a:pt x="89" y="128"/>
                  <a:pt x="88" y="128"/>
                  <a:pt x="86" y="128"/>
                </a:cubicBezTo>
                <a:cubicBezTo>
                  <a:pt x="86" y="128"/>
                  <a:pt x="86" y="128"/>
                  <a:pt x="85" y="128"/>
                </a:cubicBezTo>
                <a:cubicBezTo>
                  <a:pt x="82" y="128"/>
                  <a:pt x="79" y="128"/>
                  <a:pt x="76" y="128"/>
                </a:cubicBezTo>
                <a:cubicBezTo>
                  <a:pt x="75" y="128"/>
                  <a:pt x="75" y="128"/>
                  <a:pt x="75" y="128"/>
                </a:cubicBezTo>
                <a:cubicBezTo>
                  <a:pt x="73" y="128"/>
                  <a:pt x="72" y="128"/>
                  <a:pt x="70" y="128"/>
                </a:cubicBezTo>
                <a:cubicBezTo>
                  <a:pt x="70" y="128"/>
                  <a:pt x="70" y="128"/>
                  <a:pt x="69" y="128"/>
                </a:cubicBezTo>
                <a:cubicBezTo>
                  <a:pt x="68" y="128"/>
                  <a:pt x="66" y="127"/>
                  <a:pt x="65" y="127"/>
                </a:cubicBezTo>
                <a:cubicBezTo>
                  <a:pt x="65" y="127"/>
                  <a:pt x="64" y="127"/>
                  <a:pt x="64" y="127"/>
                </a:cubicBezTo>
                <a:cubicBezTo>
                  <a:pt x="63" y="127"/>
                  <a:pt x="61" y="127"/>
                  <a:pt x="59" y="127"/>
                </a:cubicBezTo>
                <a:cubicBezTo>
                  <a:pt x="59" y="127"/>
                  <a:pt x="59" y="127"/>
                  <a:pt x="59" y="127"/>
                </a:cubicBezTo>
                <a:cubicBezTo>
                  <a:pt x="54" y="126"/>
                  <a:pt x="50" y="125"/>
                  <a:pt x="44" y="124"/>
                </a:cubicBezTo>
                <a:cubicBezTo>
                  <a:pt x="24" y="121"/>
                  <a:pt x="24" y="121"/>
                  <a:pt x="24" y="121"/>
                </a:cubicBezTo>
                <a:cubicBezTo>
                  <a:pt x="35" y="109"/>
                  <a:pt x="40" y="94"/>
                  <a:pt x="40" y="77"/>
                </a:cubicBezTo>
                <a:cubicBezTo>
                  <a:pt x="40" y="53"/>
                  <a:pt x="40" y="53"/>
                  <a:pt x="40" y="53"/>
                </a:cubicBezTo>
                <a:cubicBezTo>
                  <a:pt x="40" y="39"/>
                  <a:pt x="50" y="28"/>
                  <a:pt x="61" y="23"/>
                </a:cubicBezTo>
                <a:cubicBezTo>
                  <a:pt x="64" y="22"/>
                  <a:pt x="67" y="21"/>
                  <a:pt x="70" y="20"/>
                </a:cubicBezTo>
                <a:cubicBezTo>
                  <a:pt x="70" y="20"/>
                  <a:pt x="70" y="20"/>
                  <a:pt x="70" y="20"/>
                </a:cubicBezTo>
                <a:cubicBezTo>
                  <a:pt x="76" y="18"/>
                  <a:pt x="83" y="18"/>
                  <a:pt x="90" y="20"/>
                </a:cubicBezTo>
                <a:cubicBezTo>
                  <a:pt x="90" y="20"/>
                  <a:pt x="90" y="20"/>
                  <a:pt x="90" y="20"/>
                </a:cubicBezTo>
                <a:cubicBezTo>
                  <a:pt x="94" y="20"/>
                  <a:pt x="97" y="21"/>
                  <a:pt x="100" y="23"/>
                </a:cubicBezTo>
                <a:cubicBezTo>
                  <a:pt x="110" y="27"/>
                  <a:pt x="120" y="39"/>
                  <a:pt x="120" y="53"/>
                </a:cubicBezTo>
                <a:cubicBezTo>
                  <a:pt x="120" y="77"/>
                  <a:pt x="120" y="77"/>
                  <a:pt x="120" y="77"/>
                </a:cubicBezTo>
                <a:cubicBezTo>
                  <a:pt x="120" y="93"/>
                  <a:pt x="126" y="108"/>
                  <a:pt x="137" y="121"/>
                </a:cubicBezTo>
                <a:lnTo>
                  <a:pt x="116" y="124"/>
                </a:lnTo>
                <a:close/>
                <a:moveTo>
                  <a:pt x="98" y="34"/>
                </a:moveTo>
                <a:cubicBezTo>
                  <a:pt x="98" y="35"/>
                  <a:pt x="96" y="36"/>
                  <a:pt x="95" y="35"/>
                </a:cubicBezTo>
                <a:cubicBezTo>
                  <a:pt x="86" y="31"/>
                  <a:pt x="75" y="31"/>
                  <a:pt x="66" y="35"/>
                </a:cubicBezTo>
                <a:cubicBezTo>
                  <a:pt x="61" y="37"/>
                  <a:pt x="53" y="44"/>
                  <a:pt x="53" y="53"/>
                </a:cubicBezTo>
                <a:cubicBezTo>
                  <a:pt x="53" y="55"/>
                  <a:pt x="52" y="56"/>
                  <a:pt x="51" y="56"/>
                </a:cubicBezTo>
                <a:cubicBezTo>
                  <a:pt x="51" y="56"/>
                  <a:pt x="51" y="56"/>
                  <a:pt x="51" y="56"/>
                </a:cubicBezTo>
                <a:cubicBezTo>
                  <a:pt x="49" y="56"/>
                  <a:pt x="48" y="55"/>
                  <a:pt x="48" y="53"/>
                </a:cubicBezTo>
                <a:cubicBezTo>
                  <a:pt x="48" y="41"/>
                  <a:pt x="58" y="33"/>
                  <a:pt x="64" y="30"/>
                </a:cubicBezTo>
                <a:cubicBezTo>
                  <a:pt x="74" y="26"/>
                  <a:pt x="87" y="26"/>
                  <a:pt x="97" y="30"/>
                </a:cubicBezTo>
                <a:cubicBezTo>
                  <a:pt x="98" y="31"/>
                  <a:pt x="99" y="32"/>
                  <a:pt x="98" y="34"/>
                </a:cubicBezTo>
                <a:close/>
                <a:moveTo>
                  <a:pt x="13" y="58"/>
                </a:moveTo>
                <a:cubicBezTo>
                  <a:pt x="8" y="63"/>
                  <a:pt x="5" y="69"/>
                  <a:pt x="5" y="76"/>
                </a:cubicBezTo>
                <a:cubicBezTo>
                  <a:pt x="5" y="83"/>
                  <a:pt x="8" y="89"/>
                  <a:pt x="13" y="94"/>
                </a:cubicBezTo>
                <a:cubicBezTo>
                  <a:pt x="14" y="95"/>
                  <a:pt x="14" y="97"/>
                  <a:pt x="13" y="98"/>
                </a:cubicBezTo>
                <a:cubicBezTo>
                  <a:pt x="12" y="98"/>
                  <a:pt x="12" y="99"/>
                  <a:pt x="11" y="99"/>
                </a:cubicBezTo>
                <a:cubicBezTo>
                  <a:pt x="10" y="99"/>
                  <a:pt x="10" y="98"/>
                  <a:pt x="9" y="98"/>
                </a:cubicBezTo>
                <a:cubicBezTo>
                  <a:pt x="3" y="92"/>
                  <a:pt x="0" y="84"/>
                  <a:pt x="0" y="76"/>
                </a:cubicBezTo>
                <a:cubicBezTo>
                  <a:pt x="0" y="68"/>
                  <a:pt x="3" y="60"/>
                  <a:pt x="9" y="54"/>
                </a:cubicBezTo>
                <a:cubicBezTo>
                  <a:pt x="10" y="53"/>
                  <a:pt x="12" y="53"/>
                  <a:pt x="13" y="54"/>
                </a:cubicBezTo>
                <a:cubicBezTo>
                  <a:pt x="14" y="55"/>
                  <a:pt x="14" y="57"/>
                  <a:pt x="13" y="58"/>
                </a:cubicBezTo>
                <a:close/>
                <a:moveTo>
                  <a:pt x="20" y="92"/>
                </a:moveTo>
                <a:cubicBezTo>
                  <a:pt x="11" y="83"/>
                  <a:pt x="11" y="68"/>
                  <a:pt x="20" y="59"/>
                </a:cubicBezTo>
                <a:cubicBezTo>
                  <a:pt x="21" y="58"/>
                  <a:pt x="23" y="58"/>
                  <a:pt x="24" y="59"/>
                </a:cubicBezTo>
                <a:cubicBezTo>
                  <a:pt x="25" y="60"/>
                  <a:pt x="25" y="62"/>
                  <a:pt x="24" y="63"/>
                </a:cubicBezTo>
                <a:cubicBezTo>
                  <a:pt x="17" y="70"/>
                  <a:pt x="17" y="81"/>
                  <a:pt x="24" y="88"/>
                </a:cubicBezTo>
                <a:cubicBezTo>
                  <a:pt x="25" y="89"/>
                  <a:pt x="25" y="91"/>
                  <a:pt x="24" y="92"/>
                </a:cubicBezTo>
                <a:cubicBezTo>
                  <a:pt x="24" y="92"/>
                  <a:pt x="23" y="93"/>
                  <a:pt x="22" y="93"/>
                </a:cubicBezTo>
                <a:cubicBezTo>
                  <a:pt x="21" y="93"/>
                  <a:pt x="21" y="92"/>
                  <a:pt x="20" y="92"/>
                </a:cubicBezTo>
                <a:close/>
                <a:moveTo>
                  <a:pt x="160" y="76"/>
                </a:moveTo>
                <a:cubicBezTo>
                  <a:pt x="160" y="84"/>
                  <a:pt x="157" y="92"/>
                  <a:pt x="151" y="98"/>
                </a:cubicBezTo>
                <a:cubicBezTo>
                  <a:pt x="150" y="98"/>
                  <a:pt x="150" y="99"/>
                  <a:pt x="149" y="99"/>
                </a:cubicBezTo>
                <a:cubicBezTo>
                  <a:pt x="148" y="99"/>
                  <a:pt x="148" y="98"/>
                  <a:pt x="147" y="98"/>
                </a:cubicBezTo>
                <a:cubicBezTo>
                  <a:pt x="146" y="97"/>
                  <a:pt x="146" y="95"/>
                  <a:pt x="147" y="94"/>
                </a:cubicBezTo>
                <a:cubicBezTo>
                  <a:pt x="152" y="89"/>
                  <a:pt x="155" y="83"/>
                  <a:pt x="155" y="76"/>
                </a:cubicBezTo>
                <a:cubicBezTo>
                  <a:pt x="155" y="69"/>
                  <a:pt x="152" y="63"/>
                  <a:pt x="147" y="58"/>
                </a:cubicBezTo>
                <a:cubicBezTo>
                  <a:pt x="146" y="57"/>
                  <a:pt x="146" y="55"/>
                  <a:pt x="147" y="54"/>
                </a:cubicBezTo>
                <a:cubicBezTo>
                  <a:pt x="148" y="53"/>
                  <a:pt x="150" y="53"/>
                  <a:pt x="151" y="54"/>
                </a:cubicBezTo>
                <a:cubicBezTo>
                  <a:pt x="157" y="60"/>
                  <a:pt x="160" y="68"/>
                  <a:pt x="160" y="76"/>
                </a:cubicBezTo>
                <a:close/>
                <a:moveTo>
                  <a:pt x="140" y="59"/>
                </a:moveTo>
                <a:cubicBezTo>
                  <a:pt x="149" y="68"/>
                  <a:pt x="149" y="83"/>
                  <a:pt x="140" y="92"/>
                </a:cubicBezTo>
                <a:cubicBezTo>
                  <a:pt x="139" y="92"/>
                  <a:pt x="139" y="93"/>
                  <a:pt x="138" y="93"/>
                </a:cubicBezTo>
                <a:cubicBezTo>
                  <a:pt x="137" y="93"/>
                  <a:pt x="136" y="92"/>
                  <a:pt x="136" y="92"/>
                </a:cubicBezTo>
                <a:cubicBezTo>
                  <a:pt x="135" y="91"/>
                  <a:pt x="135" y="89"/>
                  <a:pt x="136" y="88"/>
                </a:cubicBezTo>
                <a:cubicBezTo>
                  <a:pt x="143" y="81"/>
                  <a:pt x="143" y="70"/>
                  <a:pt x="136" y="63"/>
                </a:cubicBezTo>
                <a:cubicBezTo>
                  <a:pt x="135" y="62"/>
                  <a:pt x="135" y="60"/>
                  <a:pt x="136" y="59"/>
                </a:cubicBezTo>
                <a:cubicBezTo>
                  <a:pt x="137" y="58"/>
                  <a:pt x="139" y="58"/>
                  <a:pt x="140" y="5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36000">
                <a:schemeClr val="accent1">
                  <a:alpha val="77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66727AF-EE0B-4341-9C59-CCF19D257681}"/>
              </a:ext>
            </a:extLst>
          </p:cNvPr>
          <p:cNvGrpSpPr/>
          <p:nvPr/>
        </p:nvGrpSpPr>
        <p:grpSpPr>
          <a:xfrm>
            <a:off x="1793952" y="2125260"/>
            <a:ext cx="2360766" cy="3924464"/>
            <a:chOff x="1665348" y="2015063"/>
            <a:chExt cx="2617974" cy="4352038"/>
          </a:xfrm>
        </p:grpSpPr>
        <p:sp>
          <p:nvSpPr>
            <p:cNvPr id="26" name="Rectangle 37">
              <a:extLst>
                <a:ext uri="{FF2B5EF4-FFF2-40B4-BE49-F238E27FC236}">
                  <a16:creationId xmlns:a16="http://schemas.microsoft.com/office/drawing/2014/main" id="{8C6B3810-2046-49C9-BC79-1C47EC13E15A}"/>
                </a:ext>
              </a:extLst>
            </p:cNvPr>
            <p:cNvSpPr/>
            <p:nvPr/>
          </p:nvSpPr>
          <p:spPr>
            <a:xfrm>
              <a:off x="1665348" y="3591494"/>
              <a:ext cx="2617974" cy="2775607"/>
            </a:xfrm>
            <a:prstGeom prst="rect">
              <a:avLst/>
            </a:prstGeom>
            <a:gradFill>
              <a:gsLst>
                <a:gs pos="12000">
                  <a:schemeClr val="accent1">
                    <a:lumMod val="60000"/>
                    <a:lumOff val="40000"/>
                    <a:alpha val="72000"/>
                  </a:schemeClr>
                </a:gs>
                <a:gs pos="7554">
                  <a:schemeClr val="accent1">
                    <a:lumMod val="60000"/>
                    <a:lumOff val="40000"/>
                    <a:alpha val="73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alpha val="39000"/>
                </a:schemeClr>
              </a:solidFill>
            </a:ln>
            <a:scene3d>
              <a:camera prst="isometricTopUp"/>
              <a:lightRig rig="contrasting" dir="t"/>
            </a:scene3d>
            <a:sp3d extrusionH="3810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0F0F0"/>
                </a:solidFill>
                <a:latin typeface="+mn-ea"/>
              </a:endParaRPr>
            </a:p>
          </p:txBody>
        </p:sp>
        <p:sp>
          <p:nvSpPr>
            <p:cNvPr id="27" name="Rectangle 38">
              <a:extLst>
                <a:ext uri="{FF2B5EF4-FFF2-40B4-BE49-F238E27FC236}">
                  <a16:creationId xmlns:a16="http://schemas.microsoft.com/office/drawing/2014/main" id="{FE124D7A-896A-4397-970A-62D2073562EC}"/>
                </a:ext>
              </a:extLst>
            </p:cNvPr>
            <p:cNvSpPr/>
            <p:nvPr/>
          </p:nvSpPr>
          <p:spPr>
            <a:xfrm>
              <a:off x="1985564" y="3191358"/>
              <a:ext cx="2065591" cy="2189964"/>
            </a:xfrm>
            <a:prstGeom prst="rect">
              <a:avLst/>
            </a:prstGeom>
            <a:gradFill>
              <a:gsLst>
                <a:gs pos="12000">
                  <a:schemeClr val="accent1">
                    <a:lumMod val="60000"/>
                    <a:lumOff val="40000"/>
                    <a:alpha val="72000"/>
                  </a:schemeClr>
                </a:gs>
                <a:gs pos="7554">
                  <a:schemeClr val="accent1">
                    <a:lumMod val="60000"/>
                    <a:lumOff val="40000"/>
                    <a:alpha val="73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alpha val="39000"/>
                </a:schemeClr>
              </a:solidFill>
            </a:ln>
            <a:scene3d>
              <a:camera prst="isometricTopUp"/>
              <a:lightRig rig="contrasting" dir="t"/>
            </a:scene3d>
            <a:sp3d extrusionH="3810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0F0F0"/>
                </a:solidFill>
                <a:latin typeface="+mn-ea"/>
              </a:endParaRPr>
            </a:p>
          </p:txBody>
        </p:sp>
        <p:sp>
          <p:nvSpPr>
            <p:cNvPr id="28" name="Rectangle 39">
              <a:extLst>
                <a:ext uri="{FF2B5EF4-FFF2-40B4-BE49-F238E27FC236}">
                  <a16:creationId xmlns:a16="http://schemas.microsoft.com/office/drawing/2014/main" id="{DF5C2CA5-5082-4B73-9900-223C6BEAB864}"/>
                </a:ext>
              </a:extLst>
            </p:cNvPr>
            <p:cNvSpPr/>
            <p:nvPr/>
          </p:nvSpPr>
          <p:spPr>
            <a:xfrm>
              <a:off x="2178067" y="2553144"/>
              <a:ext cx="1733516" cy="1837895"/>
            </a:xfrm>
            <a:prstGeom prst="rect">
              <a:avLst/>
            </a:prstGeom>
            <a:gradFill>
              <a:gsLst>
                <a:gs pos="12000">
                  <a:schemeClr val="accent1">
                    <a:lumMod val="60000"/>
                    <a:lumOff val="40000"/>
                    <a:alpha val="72000"/>
                  </a:schemeClr>
                </a:gs>
                <a:gs pos="7554">
                  <a:schemeClr val="accent1">
                    <a:lumMod val="60000"/>
                    <a:lumOff val="40000"/>
                    <a:alpha val="73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alpha val="39000"/>
                </a:schemeClr>
              </a:solidFill>
            </a:ln>
            <a:scene3d>
              <a:camera prst="isometricTopUp"/>
              <a:lightRig rig="contrasting" dir="t"/>
            </a:scene3d>
            <a:sp3d extrusionH="3810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0F0F0"/>
                </a:solidFill>
                <a:latin typeface="+mn-ea"/>
              </a:endParaRPr>
            </a:p>
          </p:txBody>
        </p:sp>
        <p:sp>
          <p:nvSpPr>
            <p:cNvPr id="37" name="Rectangle 48">
              <a:extLst>
                <a:ext uri="{FF2B5EF4-FFF2-40B4-BE49-F238E27FC236}">
                  <a16:creationId xmlns:a16="http://schemas.microsoft.com/office/drawing/2014/main" id="{9EFC7D6A-75A8-406F-8AA5-E684FB22FB72}"/>
                </a:ext>
              </a:extLst>
            </p:cNvPr>
            <p:cNvSpPr/>
            <p:nvPr/>
          </p:nvSpPr>
          <p:spPr>
            <a:xfrm>
              <a:off x="2405533" y="2015063"/>
              <a:ext cx="1341127" cy="1421880"/>
            </a:xfrm>
            <a:prstGeom prst="rect">
              <a:avLst/>
            </a:prstGeom>
            <a:gradFill>
              <a:gsLst>
                <a:gs pos="12000">
                  <a:schemeClr val="accent1">
                    <a:lumMod val="60000"/>
                    <a:lumOff val="40000"/>
                    <a:alpha val="72000"/>
                  </a:schemeClr>
                </a:gs>
                <a:gs pos="7554">
                  <a:schemeClr val="accent1">
                    <a:lumMod val="60000"/>
                    <a:lumOff val="40000"/>
                    <a:alpha val="73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alpha val="39000"/>
                </a:schemeClr>
              </a:solidFill>
            </a:ln>
            <a:scene3d>
              <a:camera prst="isometricTopUp"/>
              <a:lightRig rig="contrasting" dir="t"/>
            </a:scene3d>
            <a:sp3d extrusionH="3810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38" name="Arrow: Right 49">
            <a:extLst>
              <a:ext uri="{FF2B5EF4-FFF2-40B4-BE49-F238E27FC236}">
                <a16:creationId xmlns:a16="http://schemas.microsoft.com/office/drawing/2014/main" id="{D4FBCDC5-2B0A-42E8-ABED-A51054AF38C7}"/>
              </a:ext>
            </a:extLst>
          </p:cNvPr>
          <p:cNvSpPr/>
          <p:nvPr/>
        </p:nvSpPr>
        <p:spPr>
          <a:xfrm flipH="1">
            <a:off x="4571541" y="2492822"/>
            <a:ext cx="2035506" cy="486399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7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Arrow: Right 50">
            <a:extLst>
              <a:ext uri="{FF2B5EF4-FFF2-40B4-BE49-F238E27FC236}">
                <a16:creationId xmlns:a16="http://schemas.microsoft.com/office/drawing/2014/main" id="{CE442782-B0CB-4336-866B-73E51C21EA47}"/>
              </a:ext>
            </a:extLst>
          </p:cNvPr>
          <p:cNvSpPr/>
          <p:nvPr/>
        </p:nvSpPr>
        <p:spPr>
          <a:xfrm flipH="1">
            <a:off x="4725755" y="3283644"/>
            <a:ext cx="1881291" cy="486399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7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Arrow: Right 51">
            <a:extLst>
              <a:ext uri="{FF2B5EF4-FFF2-40B4-BE49-F238E27FC236}">
                <a16:creationId xmlns:a16="http://schemas.microsoft.com/office/drawing/2014/main" id="{37F2B034-969B-4D56-9E6C-6C72376CB026}"/>
              </a:ext>
            </a:extLst>
          </p:cNvPr>
          <p:cNvSpPr/>
          <p:nvPr/>
        </p:nvSpPr>
        <p:spPr>
          <a:xfrm flipH="1">
            <a:off x="4874041" y="4061279"/>
            <a:ext cx="1733005" cy="486399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7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1" name="Arrow: Right 52">
            <a:extLst>
              <a:ext uri="{FF2B5EF4-FFF2-40B4-BE49-F238E27FC236}">
                <a16:creationId xmlns:a16="http://schemas.microsoft.com/office/drawing/2014/main" id="{1BF37EFB-072E-4EEA-B852-DC500E4EC48C}"/>
              </a:ext>
            </a:extLst>
          </p:cNvPr>
          <p:cNvSpPr/>
          <p:nvPr/>
        </p:nvSpPr>
        <p:spPr>
          <a:xfrm flipH="1">
            <a:off x="5035405" y="4813001"/>
            <a:ext cx="1571641" cy="486399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7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4528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青绿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CE0CE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鸿蒙">
      <a:majorFont>
        <a:latin typeface="HarmonyOS Sans Black"/>
        <a:ea typeface="HarmonyOS Sans SC Black"/>
        <a:cs typeface=""/>
      </a:majorFont>
      <a:minorFont>
        <a:latin typeface="HarmonyOS Sans SC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87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HarmonyOS Sans Black</vt:lpstr>
      <vt:lpstr>HarmonyOS Sans SC</vt:lpstr>
      <vt:lpstr>等线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